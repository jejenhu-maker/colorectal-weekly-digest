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86/s12967-026-08041-0" TargetMode="External"/><Relationship Id="rId2" Type="http://schemas.openxmlformats.org/officeDocument/2006/relationships/hyperlink" Target="https://doi.org/10.1186/s12967-026-08041-0"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86/s13020-026-01381-5" TargetMode="External"/><Relationship Id="rId2" Type="http://schemas.openxmlformats.org/officeDocument/2006/relationships/hyperlink" Target="https://doi.org/10.1186/s13020-026-01381-5"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02/advs.202520000" TargetMode="External"/><Relationship Id="rId2" Type="http://schemas.openxmlformats.org/officeDocument/2006/relationships/hyperlink" Target="https://doi.org/10.1002/advs.202520000"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2/cbic.202600004" TargetMode="External"/><Relationship Id="rId2" Type="http://schemas.openxmlformats.org/officeDocument/2006/relationships/hyperlink" Target="https://doi.org/10.1002/cbic.202600004"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acrjournals.org/cancerres/article/86/7_Supplement/4476/777724" TargetMode="External"/><Relationship Id="rId2" Type="http://schemas.openxmlformats.org/officeDocument/2006/relationships/hyperlink" Target="https://aacrjournals.org/cancerres/article/86/7_Supplement/4476/777724"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sciencedirect.com/science/article/pii/S0731708526000312" TargetMode="External"/><Relationship Id="rId2" Type="http://schemas.openxmlformats.org/officeDocument/2006/relationships/hyperlink" Target="https://www.sciencedirect.com/science/article/pii/S0731708526000312"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2026-04-13 — 2026-04-20</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Lactate metabolism-driven lactylation: paradoxical modulation of intestinal infl…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Thlaspi arvense attenuates colitis-associated colorectal tumorigenesis through 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Tumor-Derived Alpha-1 Antitrypsin Promotes Liver Metastasis of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Radioiodination of Two Carborane-Based Dual Cyclooxygenase-2/5-Lipoxygenase Inhi…</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Repurposing PARP inhibitors in molecularly defined subgroups of peritoneal metas…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Mechanism of Acetyl-L-Carnitine on Colorectal Cancer and Its Metabolomic Stu…</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 excrementihominis 加重大腸炎嚴重性。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NETosis 活化與癌症進展相關。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研究提出新的治療策略。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評估高溫腹腔化療（HIPEC）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進行系統性回顧與統合分析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針對晚期大腸癌患者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評估對腹膜轉移的影響</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分析臨床結果與存活率</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評估全身免疫炎症指數(SII)</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SII作為CRC預後生物標記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進行現有研究的綜合分析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對大腸癌風險認知有限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需改善管理策略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患者知識研究缺口</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Lactate metabolism-driven lactylation: paradoxical modulation of intestinal inflammation and malignancy.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translational medicine  ·  IF 6.1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Lactate 影響免疫調節與信號傳遞。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Lactylation 於細胞中調控表觀遺傳。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對炎症與癌症的依賴性效應。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Lactylation 促進巨噬細胞轉化與纖維化。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針對乳酸代謝具治療潛力。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Junting, Liu Yilong, Zhang Hao et al.. Journal of translational medicine. 2026-04-17 DOI: 10.1186/s12967-026-08041-0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Thlaspi arvense attenuates colitis-associated colorectal tumorigenesis through suppression of neutrophil recruitment via the NOD/NF-&amp;#x3ba;B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Chinese medicine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Thlaspi arvense 降低結腸炎相關癌症。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中性粒細胞招募驅動CAC腫瘤形成。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TA抑制NOD/NF-κB通路活化。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TA恢復黏膜完整性及緊密連接。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CXCL1/2水平隨TA顯著降低。</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Ziwei, Wang Wenkai, Wang Chaowei et al.. Chinese medicine. 2026-04-18 DOI: 10.1186/s13020-026-01381-5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Tumor-Derived Alpha-1 Antitrypsin Promotes Liver Metastasis of Colorectal Cancer Through the Neutrophil Extracellular Traps-CCDC25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A1AT 促進 CRC 肝轉移。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中性粒細胞外陷阱 (NETs) 參與。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CCDC25 上調增強腫瘤侵襲性。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Fei Qian, Li Chunning, Zhan Lei et al.. Advanced science (Weinheim, Baden-Wurttemberg, Germany). 2026-04-16 DOI: 10.1002/advs.202520000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Radioiodination of Two Carborane-Based Dual Cyclooxygenase-2/5-Lipoxygenase Inhibitors and Their In Vitro and In Vivo Evaluation.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Chembiochem : a European journal of chemical biology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COX-2 和 5-LO 是癌症靶點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碘化抑制劑顯示不同效能</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細胞攝取與 5-LO 表達相關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小鼠模型無腫瘤保留</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需改善放射性示蹤劑穩定性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Sch&amp;#xe4;dlich Jonas, Ullrich Martin, Haase-Kohn Cathleen et al.. Chembiochem : a European journal of chemical biology. 2026-04-01 DOI: 10.1002/cbic.202600004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Repurposing PARP inhibitors in molecularly defined subgroups of peritoneal metastatic colorectal cancer (pmCRC): Preclinical analysis of patient-derived xenograft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pmCRC 預後較差。</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PARP 抑制劑在靶向治療中有潛力。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使用患者衍生的異種移植進行前期分析。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Dahlmann, B Rau, S Gül-Klein. Cancer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Mechanism of Acetyl-L-Carnitine on Colorectal Cancer and Its Metabolomic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Pharmaceutical and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Acetyl-L-Carnitine抑制腫瘤生長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體內研究確認ALC療效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代謝組學分析揭示機制</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Ning, C Cai, X Fan. Journal of Pharmaceutical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**腸道微生物與癌症的關聯性**  </a:t>
            </a:r>
            <a:endParaRPr lang="en-US" sz="1200" dirty="0"/>
          </a:p>
          <a:p>
            <a:pPr indent="0" marL="0">
              <a:lnSpc>
                <a:spcPct val="150000"/>
              </a:lnSpc>
              <a:buNone/>
            </a:pPr>
            <a:r>
              <a:rPr lang="en-US" sz="1200" dirty="0">
                <a:solidFill>
                  <a:srgbClr val="FFFFFF"/>
                </a:solidFill>
              </a:rPr>
              <a:t>   The study of *Parasutterella excrementihominis* highlights the complex relationship between gut microbiota and colorectal cancer, suggesting that specific microbial species can exacerbate colitis and promote tumorigenesis.  </a:t>
            </a:r>
            <a:endParaRPr lang="en-US" sz="1200" dirty="0"/>
          </a:p>
          <a:p>
            <a:pPr indent="0" marL="0">
              <a:lnSpc>
                <a:spcPct val="150000"/>
              </a:lnSpc>
              <a:buNone/>
            </a:pPr>
            <a:r>
              <a:rPr lang="en-US" sz="1200" dirty="0">
                <a:solidFill>
                  <a:srgbClr val="FFFFFF"/>
                </a:solidFill>
              </a:rPr>
              <a:t>   *Parasutterella excrementihominis*的研究突顯了腸道微生物與結直腸癌之間的複雜關係，表明特定微生物物種可以加劇結腸炎並促進腫瘤生成。</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**系統性免疫炎症指數的預後價值**  </a:t>
            </a:r>
            <a:endParaRPr lang="en-US" sz="1200" dirty="0"/>
          </a:p>
          <a:p>
            <a:pPr indent="0" marL="0">
              <a:lnSpc>
                <a:spcPct val="150000"/>
              </a:lnSpc>
              <a:buNone/>
            </a:pPr>
            <a:r>
              <a:rPr lang="en-US" sz="1200" dirty="0">
                <a:solidFill>
                  <a:srgbClr val="FFFFFF"/>
                </a:solidFill>
              </a:rPr>
              <a:t>   The systemic immune-inflammation index (SII) emerges as a promising prognostic biomarker for colorectal cancer, indicating that immune status may significantly influence patient outcomes.  </a:t>
            </a:r>
            <a:endParaRPr lang="en-US" sz="1200" dirty="0"/>
          </a:p>
          <a:p>
            <a:pPr indent="0" marL="0">
              <a:lnSpc>
                <a:spcPct val="150000"/>
              </a:lnSpc>
              <a:buNone/>
            </a:pPr>
            <a:r>
              <a:rPr lang="en-US" sz="1200" dirty="0">
                <a:solidFill>
                  <a:srgbClr val="FFFFFF"/>
                </a:solidFill>
              </a:rPr>
              <a:t>   系統性免疫炎症指數(SII)作為結直腸癌的有前景的預後生物標誌，表明免疫狀態可能顯著影響患者的預後。</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**化療與腫瘤微環境的相互作用**  </a:t>
            </a:r>
            <a:endParaRPr lang="en-US" sz="1200" dirty="0"/>
          </a:p>
          <a:p>
            <a:pPr indent="0" marL="0">
              <a:lnSpc>
                <a:spcPct val="150000"/>
              </a:lnSpc>
              <a:buNone/>
            </a:pPr>
            <a:r>
              <a:rPr lang="en-US" sz="1200" dirty="0">
                <a:solidFill>
                  <a:srgbClr val="FFFFFF"/>
                </a:solidFill>
              </a:rPr>
              <a:t>   Hyperthermic intraperitoneal chemotherapy shows potential in treating peritoneal metastases, emphasizing the need to understand the tumor microenvironment's role in therapeutic efficacy.  </a:t>
            </a:r>
            <a:endParaRPr lang="en-US" sz="1200" dirty="0"/>
          </a:p>
          <a:p>
            <a:pPr indent="0" marL="0">
              <a:lnSpc>
                <a:spcPct val="150000"/>
              </a:lnSpc>
              <a:buNone/>
            </a:pPr>
            <a:r>
              <a:rPr lang="en-US" sz="1200" dirty="0">
                <a:solidFill>
                  <a:srgbClr val="FFFFFF"/>
                </a:solidFill>
              </a:rPr>
              <a:t>   超高溫腹腔化療在治療腹膜轉移中顯示出潛力，強調需要理解腫瘤微環境在治療效果中的作用。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**乳酸代謝的雙重角色**  </a:t>
            </a:r>
            <a:endParaRPr lang="en-US" sz="1200" dirty="0"/>
          </a:p>
          <a:p>
            <a:pPr indent="0" marL="0">
              <a:lnSpc>
                <a:spcPct val="150000"/>
              </a:lnSpc>
              <a:buNone/>
            </a:pPr>
            <a:r>
              <a:rPr lang="en-US" sz="1200" dirty="0">
                <a:solidFill>
                  <a:srgbClr val="FFFFFF"/>
                </a:solidFill>
              </a:rPr>
              <a:t>   Lactate metabolism is implicated in both promoting intestinal inflammation and malignancy, suggesting that targeting lactate pathways could provide therapeutic benefits.  </a:t>
            </a:r>
            <a:endParaRPr lang="en-US" sz="1200" dirty="0"/>
          </a:p>
          <a:p>
            <a:pPr indent="0" marL="0">
              <a:lnSpc>
                <a:spcPct val="150000"/>
              </a:lnSpc>
              <a:buNone/>
            </a:pPr>
            <a:r>
              <a:rPr lang="en-US" sz="1200" dirty="0">
                <a:solidFill>
                  <a:srgbClr val="FFFFFF"/>
                </a:solidFill>
              </a:rPr>
              <a:t>   乳酸代謝被認為在促進腸道炎症和惡性腫瘤中扮演雙重角色，這表明針對乳酸途徑可能帶來治療益處。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**慢性炎症與腫瘤生成的關聯**  </a:t>
            </a:r>
            <a:endParaRPr lang="en-US" sz="1200" dirty="0"/>
          </a:p>
          <a:p>
            <a:pPr indent="0" marL="0">
              <a:lnSpc>
                <a:spcPct val="150000"/>
              </a:lnSpc>
              <a:buNone/>
            </a:pPr>
            <a:r>
              <a:rPr lang="en-US" sz="1200" dirty="0">
                <a:solidFill>
                  <a:srgbClr val="FFFFFF"/>
                </a:solidFill>
              </a:rPr>
              <a:t>   Chronic inflammation is identified as a critical driver of colitis-associated colorectal cancer, highlighting the importance of managing inflammatory conditions to prevent cancer progression.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慢性炎症被確定為結腸炎相關結直腸癌的關鍵驅動因素，強調管理炎症狀況以預防癌症進展的重要性。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**微生物組干預的臨床應用**  </a:t>
            </a:r>
            <a:endParaRPr lang="en-US" sz="1200" dirty="0"/>
          </a:p>
          <a:p>
            <a:pPr indent="0" marL="0">
              <a:lnSpc>
                <a:spcPct val="150000"/>
              </a:lnSpc>
              <a:buNone/>
            </a:pPr>
            <a:r>
              <a:rPr lang="en-US" sz="1200" dirty="0">
                <a:solidFill>
                  <a:srgbClr val="FFFFFF"/>
                </a:solidFill>
              </a:rPr>
              <a:t>   Future studies should explore the therapeutic potential of modulating gut microbiota to prevent or treat colorectal cancer and associated inflammatory conditions.  </a:t>
            </a:r>
            <a:endParaRPr lang="en-US" sz="1200" dirty="0"/>
          </a:p>
          <a:p>
            <a:pPr indent="0" marL="0">
              <a:lnSpc>
                <a:spcPct val="150000"/>
              </a:lnSpc>
              <a:buNone/>
            </a:pPr>
            <a:r>
              <a:rPr lang="en-US" sz="1200" dirty="0">
                <a:solidFill>
                  <a:srgbClr val="FFFFFF"/>
                </a:solidFill>
              </a:rPr>
              <a:t>   未來的研究應探討調節腸道微生物組以預防或治療結直腸癌及相關炎症狀況的治療潛力。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**免疫指標的個體化治療**  </a:t>
            </a:r>
            <a:endParaRPr lang="en-US" sz="1200" dirty="0"/>
          </a:p>
          <a:p>
            <a:pPr indent="0" marL="0">
              <a:lnSpc>
                <a:spcPct val="150000"/>
              </a:lnSpc>
              <a:buNone/>
            </a:pPr>
            <a:r>
              <a:rPr lang="en-US" sz="1200" dirty="0">
                <a:solidFill>
                  <a:srgbClr val="FFFFFF"/>
                </a:solidFill>
              </a:rPr>
              <a:t>   Investigating the application of the systemic immune-inflammation index in personalized treatment strategies could enhance the management of colorectal cancer patients.  </a:t>
            </a:r>
            <a:endParaRPr lang="en-US" sz="1200" dirty="0"/>
          </a:p>
          <a:p>
            <a:pPr indent="0" marL="0">
              <a:lnSpc>
                <a:spcPct val="150000"/>
              </a:lnSpc>
              <a:buNone/>
            </a:pPr>
            <a:r>
              <a:rPr lang="en-US" sz="1200" dirty="0">
                <a:solidFill>
                  <a:srgbClr val="FFFFFF"/>
                </a:solidFill>
              </a:rPr>
              <a:t>   研究系統性免疫炎症指數在個體化治療策略中的應用，可能會改善結直腸癌患者的管理。</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**腫瘤微環境的深入研究**  </a:t>
            </a:r>
            <a:endParaRPr lang="en-US" sz="1200" dirty="0"/>
          </a:p>
          <a:p>
            <a:pPr indent="0" marL="0">
              <a:lnSpc>
                <a:spcPct val="150000"/>
              </a:lnSpc>
              <a:buNone/>
            </a:pPr>
            <a:r>
              <a:rPr lang="en-US" sz="1200" dirty="0">
                <a:solidFill>
                  <a:srgbClr val="FFFFFF"/>
                </a:solidFill>
              </a:rPr>
              <a:t>   Further research is needed to elucidate the role of the tumor microenvironment in colorectal cancer progression and response to therapies, particularly in the context of peritoneal metastases.  </a:t>
            </a:r>
            <a:endParaRPr lang="en-US" sz="1200" dirty="0"/>
          </a:p>
          <a:p>
            <a:pPr indent="0" marL="0">
              <a:lnSpc>
                <a:spcPct val="150000"/>
              </a:lnSpc>
              <a:buNone/>
            </a:pPr>
            <a:r>
              <a:rPr lang="en-US" sz="1200" dirty="0">
                <a:solidFill>
                  <a:srgbClr val="FFFFFF"/>
                </a:solidFill>
              </a:rPr>
              <a:t>   需要進一步研究以闡明腫瘤微環境在結直腸癌進展和對治療反應中的作用，特別是在腹膜轉移的背景下。</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**乳酸代謝的調控機制**  </a:t>
            </a:r>
            <a:endParaRPr lang="en-US" sz="1200" dirty="0"/>
          </a:p>
          <a:p>
            <a:pPr indent="0" marL="0">
              <a:lnSpc>
                <a:spcPct val="150000"/>
              </a:lnSpc>
              <a:buNone/>
            </a:pPr>
            <a:r>
              <a:rPr lang="en-US" sz="1200" dirty="0">
                <a:solidFill>
                  <a:srgbClr val="FFFFFF"/>
                </a:solidFill>
              </a:rPr>
              <a:t>   Investigating the molecular mechanisms behind lactate metabolism and its effects on inflammation and cancer could lead to novel therapeutic targets.  </a:t>
            </a:r>
            <a:endParaRPr lang="en-US" sz="1200" dirty="0"/>
          </a:p>
          <a:p>
            <a:pPr indent="0" marL="0">
              <a:lnSpc>
                <a:spcPct val="150000"/>
              </a:lnSpc>
              <a:buNone/>
            </a:pPr>
            <a:r>
              <a:rPr lang="en-US" sz="1200" dirty="0">
                <a:solidFill>
                  <a:srgbClr val="FFFFFF"/>
                </a:solidFill>
              </a:rPr>
              <a:t>   研究乳酸代謝背後的分子機制及其對炎症和癌症的影響，可能會導致新的治療靶點。</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**炎症與癌症風險的教育**  </a:t>
            </a:r>
            <a:endParaRPr lang="en-US" sz="1200" dirty="0"/>
          </a:p>
          <a:p>
            <a:pPr indent="0" marL="0">
              <a:lnSpc>
                <a:spcPct val="150000"/>
              </a:lnSpc>
              <a:buNone/>
            </a:pPr>
            <a:r>
              <a:rPr lang="en-US" sz="1200" dirty="0">
                <a:solidFill>
                  <a:srgbClr val="FFFFFF"/>
                </a:solidFill>
              </a:rPr>
              <a:t>   Increasing awareness and understanding of the link between inflammatory bowel disease and colorectal cancer risk among patients is essential for effective management and prevention strategies.  </a:t>
            </a:r>
            <a:endParaRPr lang="en-US" sz="1200" dirty="0"/>
          </a:p>
          <a:p>
            <a:pPr indent="0" marL="0">
              <a:lnSpc>
                <a:spcPct val="150000"/>
              </a:lnSpc>
              <a:buNone/>
            </a:pPr>
            <a:r>
              <a:rPr lang="en-US" sz="1200" dirty="0">
                <a:solidFill>
                  <a:srgbClr val="FFFFFF"/>
                </a:solidFill>
              </a:rPr>
              <a:t>   提高患者對炎症性腸病與結直腸癌風險之間聯繫的認識和理解，對於有效的管理和預防策略至關重要。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2026-04-20T04:21:22Z</dcterms:created>
  <dcterms:modified xsi:type="dcterms:W3CDTF">2026-04-20T04:21:22Z</dcterms:modified>
</cp:coreProperties>
</file>