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sciencedirect.com/science/article/pii/S221074012600063X" TargetMode="External"/><Relationship Id="rId2" Type="http://schemas.openxmlformats.org/officeDocument/2006/relationships/hyperlink" Target="https://www.sciencedirect.com/science/article/pii/S221074012600063X"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pubmed.ncbi.nlm.nih.gov/42045712/" TargetMode="External"/><Relationship Id="rId2" Type="http://schemas.openxmlformats.org/officeDocument/2006/relationships/hyperlink" Target="https://pubmed.ncbi.nlm.nih.gov/42045712/"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172/JCI192074" TargetMode="External"/><Relationship Id="rId2" Type="http://schemas.openxmlformats.org/officeDocument/2006/relationships/hyperlink" Target="https://doi.org/10.1172/JCI192074"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16/j.jpba.2026.117363" TargetMode="External"/><Relationship Id="rId2" Type="http://schemas.openxmlformats.org/officeDocument/2006/relationships/hyperlink" Target="https://doi.org/10.1016/j.jpba.2026.117363"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onlinelibrary.wiley.com/doi/abs/10.1002/cam4.71804" TargetMode="External"/><Relationship Id="rId2" Type="http://schemas.openxmlformats.org/officeDocument/2006/relationships/hyperlink" Target="https://onlinelibrary.wiley.com/doi/abs/10.1002/cam4.71804"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acrjournals.org/cancerres/article/86/7_Supplement/4476/777724" TargetMode="External"/><Relationship Id="rId2" Type="http://schemas.openxmlformats.org/officeDocument/2006/relationships/hyperlink" Target="https://aacrjournals.org/cancerres/article/86/7_Supplement/4476/777724"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2026-05-11 — 2026-05-18</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Predictive utility of the C-reactive protein-albumin-lymphocyte (CALLY) index in…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of mFOLFOXIRI plus bevacizumab combined with cytoreductive surgery for resecta…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An HHEX/IKK&amp;#x3b1; positive feedback loop promotes intestinal inflammation.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mechanism of acetyl-L-carnitine on colorectal cancer and its metabolomic stu…</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Cancer and Mesothelial Stromal Cell Lines from Malignant Ascites Reveals a Mes…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Repurposing PARP inhibitors in molecularly defined subgroups of peritoneal metas…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 excrementihominis 加重腸炎症狀。</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NETosis 活化與癌症進展相關。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研究提出新治療策略。</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評估高溫腹腔化療 (HIPEC)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進行系統性回顧與統合分析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針對晚期大腸癌患者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評估對腹膜轉移的影響</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討論潛在的益處與風險</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 Su, Y Guo, X Ru. World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Predictive utility of the C-reactive protein-albumin-lymphocyte (CALLY) index in Colorectal cancer: A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Clinics and Research in Hepatology and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CALLY指數預測CRC結果。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多項研究的綜合分析。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預後表現不一致。</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Li, T Chu, W Chen. Clinics and Research in Hepatology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系統性免疫炎症指數(SII)評估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在大腸癌中的預後價值</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現有研究的統合分析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SII與患者結果相關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潛在的臨床生物標記</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對大腸癌風險認知不足</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需要改善病人教育策略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IBD患者定期篩檢的重要性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of mFOLFOXIRI plus bevacizumab combined with cytoreductive surgery for resectable peritoneal metastases from colorectal cancer: a prospective, randomized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wei chang wai ke …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 mFOLFOXIRI 加 bevacizumab</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結合細胞減少手術</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針對可切除腹膜轉移</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前瞻性隨機臨床試驗</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專注於結直腸癌患者</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HM Liu, HB Hu, YY Kuang. … wei chang wai ke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An HHEX/IKK&amp;#x3b1; positive feedback loop promotes intestinal inflammation.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The Journal of clinical investigation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HHEX在IBD樣本中上調。</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HHEX促進發炎細胞因子表達。</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IKKα磷酸化HHEX，穩定其活性。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HHEX激活NF-κB通路，加重炎症。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被認定為潛在IBD治療靶點。</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Hua Zhebin, Xu Weimin, Ding Wenjun et al.. The Journal of clinical investigation. 2026-05-15 DOI: 10.1172/JCI192074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mechanism of acetyl-L-carnitine on colorectal cancer and its metabolomic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pharmaceutical and biomedical analysis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ALC抑制HCT116細胞增殖與遷移。</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誘導細胞週期停滯與凋亡。</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在體內抑制結腸癌腫瘤生長。</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在血漿中識別10種差異代謝物。</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ALC改變多條代謝途徑。</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Ning Jiayu, Cai Cuixin, Fan Xingxing et al.. Journal of pharmaceutical and biomedical analysis. 2026-02-09 DOI: 10.1016/j.jpba.2026.117363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Cancer and Mesothelial Stromal Cell Lines from Malignant Ascites Reveals a Mesothelial‐Stromal FGFR3 Axis as a Potential Vulnerability in Peritoneal Metastasis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大腸癌伴隨腹膜轉移</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FGFR3 軸被識別為弱點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研究間皮-基質相互作用</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提出潛在治療靶點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使用實驗模型進行研究</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 Fukui, H Kasashima, Z Wang. Cancer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Repurposing PARP inhibitors in molecularly defined subgroups of peritoneal metastatic colorectal cancer (pmCRC): Preclinical analysis of patient-derived xenograft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pmCRC 預後較差。</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PARP inhibitors 可能對特定亞群有益。</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使用患者衍生異種移植進行前臨床分析。</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Dahlmann, B Rau, S Gül-Klein. Cancer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**腸道微生物與癌症關聯**  </a:t>
            </a:r>
            <a:endParaRPr lang="en-US" sz="1200" dirty="0"/>
          </a:p>
          <a:p>
            <a:pPr indent="0" marL="0">
              <a:lnSpc>
                <a:spcPct val="150000"/>
              </a:lnSpc>
              <a:buNone/>
            </a:pPr>
            <a:r>
              <a:rPr lang="en-US" sz="1200" dirty="0">
                <a:solidFill>
                  <a:srgbClr val="FFFFFF"/>
                </a:solidFill>
              </a:rPr>
              <a:t>   The study of *Parasutterella excrementihominis* highlights the significant role of gut microbiota in exacerbating colitis and promoting colorectal cancer through pathogenic mechanisms like NETosis.  </a:t>
            </a:r>
            <a:endParaRPr lang="en-US" sz="1200" dirty="0"/>
          </a:p>
          <a:p>
            <a:pPr indent="0" marL="0">
              <a:lnSpc>
                <a:spcPct val="150000"/>
              </a:lnSpc>
              <a:buNone/>
            </a:pPr>
            <a:r>
              <a:rPr lang="en-US" sz="1200" dirty="0">
                <a:solidFill>
                  <a:srgbClr val="FFFFFF"/>
                </a:solidFill>
              </a:rPr>
              <a:t>   *Parasutterella excrementihominis* 的研究突顯了腸道微生物在加劇結腸炎和促進結直腸癌中的重要角色，透過如 NETosis 的病理機制。</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**預後指標的潛力**  </a:t>
            </a:r>
            <a:endParaRPr lang="en-US" sz="1200" dirty="0"/>
          </a:p>
          <a:p>
            <a:pPr indent="0" marL="0">
              <a:lnSpc>
                <a:spcPct val="150000"/>
              </a:lnSpc>
              <a:buNone/>
            </a:pPr>
            <a:r>
              <a:rPr lang="en-US" sz="1200" dirty="0">
                <a:solidFill>
                  <a:srgbClr val="FFFFFF"/>
                </a:solidFill>
              </a:rPr>
              <a:t>   The C-reactive protein-albumin-lymphocyte (CALLY) index and systemic immune-inflammation index (SII) are emerging as valuable prognostic biomarkers for colorectal cancer, although their consistency requires further validation.  </a:t>
            </a:r>
            <a:endParaRPr lang="en-US" sz="1200" dirty="0"/>
          </a:p>
          <a:p>
            <a:pPr indent="0" marL="0">
              <a:lnSpc>
                <a:spcPct val="150000"/>
              </a:lnSpc>
              <a:buNone/>
            </a:pPr>
            <a:r>
              <a:rPr lang="en-US" sz="1200" dirty="0">
                <a:solidFill>
                  <a:srgbClr val="FFFFFF"/>
                </a:solidFill>
              </a:rPr>
              <a:t>   C-反應蛋白-白蛋白-淋巴細胞 (CALLY) 指數和全身免疫-炎症指數 (SII) 正在成為結直腸癌有價值的預後生物標記，但其一致性需要進一步驗證。</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**化療的應用與挑戰**  </a:t>
            </a:r>
            <a:endParaRPr lang="en-US" sz="1200" dirty="0"/>
          </a:p>
          <a:p>
            <a:pPr indent="0" marL="0">
              <a:lnSpc>
                <a:spcPct val="150000"/>
              </a:lnSpc>
              <a:buNone/>
            </a:pPr>
            <a:r>
              <a:rPr lang="en-US" sz="1200" dirty="0">
                <a:solidFill>
                  <a:srgbClr val="FFFFFF"/>
                </a:solidFill>
              </a:rPr>
              <a:t>   Hyperthermic intraperitoneal chemotherapy (HIPEC) shows promise for patients with advanced colorectal cancer, yet its effectiveness is contingent on tumor characteristics and patient selection.  </a:t>
            </a:r>
            <a:endParaRPr lang="en-US" sz="1200" dirty="0"/>
          </a:p>
          <a:p>
            <a:pPr indent="0" marL="0">
              <a:lnSpc>
                <a:spcPct val="150000"/>
              </a:lnSpc>
              <a:buNone/>
            </a:pPr>
            <a:r>
              <a:rPr lang="en-US" sz="1200" dirty="0">
                <a:solidFill>
                  <a:srgbClr val="FFFFFF"/>
                </a:solidFill>
              </a:rPr>
              <a:t>   高溫腹腔化療 (HIPEC) 對於晚期結直腸癌患者顯示出希望，但其有效性取決於腫瘤特徵和患者選擇。</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**炎症性腸病的癌症風險認知**  </a:t>
            </a:r>
            <a:endParaRPr lang="en-US" sz="1200" dirty="0"/>
          </a:p>
          <a:p>
            <a:pPr indent="0" marL="0">
              <a:lnSpc>
                <a:spcPct val="150000"/>
              </a:lnSpc>
              <a:buNone/>
            </a:pPr>
            <a:r>
              <a:rPr lang="en-US" sz="1200" dirty="0">
                <a:solidFill>
                  <a:srgbClr val="FFFFFF"/>
                </a:solidFill>
              </a:rPr>
              <a:t>   There is a critical need for increased awareness and education regarding the colorectal cancer risk associated with inflammatory bowel disease among patients, as current knowledge appears limited.  </a:t>
            </a:r>
            <a:endParaRPr lang="en-US" sz="1200" dirty="0"/>
          </a:p>
          <a:p>
            <a:pPr indent="0" marL="0">
              <a:lnSpc>
                <a:spcPct val="150000"/>
              </a:lnSpc>
              <a:buNone/>
            </a:pPr>
            <a:r>
              <a:rPr lang="en-US" sz="1200" dirty="0">
                <a:solidFill>
                  <a:srgbClr val="FFFFFF"/>
                </a:solidFill>
              </a:rPr>
              <a:t>   目前患者對於炎症性腸病相關結直腸癌風險的認知顯示出明顯不足，因此需要加強相關的認知與教育。</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**新療法的開發潛力**  </a:t>
            </a:r>
            <a:endParaRPr lang="en-US" sz="1200" dirty="0"/>
          </a:p>
          <a:p>
            <a:pPr indent="0" marL="0">
              <a:lnSpc>
                <a:spcPct val="150000"/>
              </a:lnSpc>
              <a:buNone/>
            </a:pPr>
            <a:r>
              <a:rPr lang="en-US" sz="1200" dirty="0">
                <a:solidFill>
                  <a:srgbClr val="FFFFFF"/>
                </a:solidFill>
              </a:rPr>
              <a:t>   The identification of molecular pathways, such as the HHEX/IKKα feedback loop, opens new avenues for targeted therapies in inflammatory bowel diseases and related colorectal cancer.  </a:t>
            </a:r>
            <a:endParaRPr lang="en-US" sz="1200" dirty="0"/>
          </a:p>
          <a:p>
            <a:pPr indent="0" marL="0">
              <a:lnSpc>
                <a:spcPct val="150000"/>
              </a:lnSpc>
              <a:buNone/>
            </a:pPr>
            <a:r>
              <a:rPr lang="en-US" sz="1200" dirty="0">
                <a:solidFill>
                  <a:srgbClr val="FFFFFF"/>
                </a:solidFill>
              </a:rPr>
              <a:t>   HHEX/IKKα 反饋迴路等分子通路的識別為針對炎症性腸病及相關結直腸癌的新療法開啟了新的可能性。</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**腸道微生物的功能性研究**  </a:t>
            </a:r>
            <a:endParaRPr lang="en-US" sz="1200" dirty="0"/>
          </a:p>
          <a:p>
            <a:pPr indent="0" marL="0">
              <a:lnSpc>
                <a:spcPct val="150000"/>
              </a:lnSpc>
              <a:buNone/>
            </a:pPr>
            <a:r>
              <a:rPr lang="en-US" sz="1200" dirty="0">
                <a:solidFill>
                  <a:srgbClr val="FFFFFF"/>
                </a:solidFill>
              </a:rPr>
              <a:t>   Future studies should delve deeper into the functional roles of specific gut microbiota, like *Parasutterella excrementihominis*, in colorectal cancer progression and treatment responses.  </a:t>
            </a:r>
            <a:endParaRPr lang="en-US" sz="1200" dirty="0"/>
          </a:p>
          <a:p>
            <a:pPr indent="0" marL="0">
              <a:lnSpc>
                <a:spcPct val="150000"/>
              </a:lnSpc>
              <a:buNone/>
            </a:pPr>
            <a:r>
              <a:rPr lang="en-US" sz="1200" dirty="0">
                <a:solidFill>
                  <a:srgbClr val="FFFFFF"/>
                </a:solidFill>
              </a:rPr>
              <a:t>   未來的研究應深入探討特定腸道微生物（如 *Parasutterella excrementihominis*）在結直腸癌進展和治療反應中的功能角色。</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**預後指標的標準化**  </a:t>
            </a:r>
            <a:endParaRPr lang="en-US" sz="1200" dirty="0"/>
          </a:p>
          <a:p>
            <a:pPr indent="0" marL="0">
              <a:lnSpc>
                <a:spcPct val="150000"/>
              </a:lnSpc>
              <a:buNone/>
            </a:pPr>
            <a:r>
              <a:rPr lang="en-US" sz="1200" dirty="0">
                <a:solidFill>
                  <a:srgbClr val="FFFFFF"/>
                </a:solidFill>
              </a:rPr>
              <a:t>   There is a need for standardization of prognostic indices such as CALLY and SII to enhance their clinical applicability and reliability in colorectal cancer management.  </a:t>
            </a:r>
            <a:endParaRPr lang="en-US" sz="1200" dirty="0"/>
          </a:p>
          <a:p>
            <a:pPr indent="0" marL="0">
              <a:lnSpc>
                <a:spcPct val="150000"/>
              </a:lnSpc>
              <a:buNone/>
            </a:pPr>
            <a:r>
              <a:rPr lang="en-US" sz="1200" dirty="0">
                <a:solidFill>
                  <a:srgbClr val="FFFFFF"/>
                </a:solidFill>
              </a:rPr>
              <a:t>   需要對預後指標如 CALLY 和 SII 進行標準化，以提高其在結直腸癌管理中的臨床應用性和可靠性。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**HIPEC的長期效果研究**  </a:t>
            </a:r>
            <a:endParaRPr lang="en-US" sz="1200" dirty="0"/>
          </a:p>
          <a:p>
            <a:pPr indent="0" marL="0">
              <a:lnSpc>
                <a:spcPct val="150000"/>
              </a:lnSpc>
              <a:buNone/>
            </a:pPr>
            <a:r>
              <a:rPr lang="en-US" sz="1200" dirty="0">
                <a:solidFill>
                  <a:srgbClr val="FFFFFF"/>
                </a:solidFill>
              </a:rPr>
              <a:t>   Long-term outcomes of hyperthermic intraperitoneal chemotherapy should be evaluated in larger, randomized clinical trials to determine its true efficacy and safety profile.  </a:t>
            </a:r>
            <a:endParaRPr lang="en-US" sz="1200" dirty="0"/>
          </a:p>
          <a:p>
            <a:pPr indent="0" marL="0">
              <a:lnSpc>
                <a:spcPct val="150000"/>
              </a:lnSpc>
              <a:buNone/>
            </a:pPr>
            <a:r>
              <a:rPr lang="en-US" sz="1200" dirty="0">
                <a:solidFill>
                  <a:srgbClr val="FFFFFF"/>
                </a:solidFill>
              </a:rPr>
              <a:t>   應在更大規模的隨機臨床試驗中評估高溫腹腔化療的長期效果，以確定其真正的有效性和安全性。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**炎症性腸病患者的教育介入**  </a:t>
            </a:r>
            <a:endParaRPr lang="en-US" sz="1200" dirty="0"/>
          </a:p>
          <a:p>
            <a:pPr indent="0" marL="0">
              <a:lnSpc>
                <a:spcPct val="150000"/>
              </a:lnSpc>
              <a:buNone/>
            </a:pPr>
            <a:r>
              <a:rPr lang="en-US" sz="1200" dirty="0">
                <a:solidFill>
                  <a:srgbClr val="FFFFFF"/>
                </a:solidFill>
              </a:rPr>
              <a:t>   Research should focus on developing and implementing educational interventions for patients with inflammatory bowel disease to improve their understanding of cancer risks and management strategies.  </a:t>
            </a:r>
            <a:endParaRPr lang="en-US" sz="1200" dirty="0"/>
          </a:p>
          <a:p>
            <a:pPr indent="0" marL="0">
              <a:lnSpc>
                <a:spcPct val="150000"/>
              </a:lnSpc>
              <a:buNone/>
            </a:pPr>
            <a:r>
              <a:rPr lang="en-US" sz="1200" dirty="0">
                <a:solidFill>
                  <a:srgbClr val="FFFFFF"/>
                </a:solidFill>
              </a:rPr>
              <a:t>   研究應專注於為炎症性腸病患者開發和實施教育介入，以提高他們對癌症風險和管理策略的理解。</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**新靶向療法的臨床試驗**  </a:t>
            </a:r>
            <a:endParaRPr lang="en-US" sz="1200" dirty="0"/>
          </a:p>
          <a:p>
            <a:pPr indent="0" marL="0">
              <a:lnSpc>
                <a:spcPct val="150000"/>
              </a:lnSpc>
              <a:buNone/>
            </a:pPr>
            <a:r>
              <a:rPr lang="en-US" sz="1200" dirty="0">
                <a:solidFill>
                  <a:srgbClr val="FFFFFF"/>
                </a:solidFill>
              </a:rPr>
              <a:t>   Clinical trials investigating novel targeted therapies based on newly identified molecular pathways, such as the HHEX/IKKα loop, are essential to advance treatment options for colorectal cancer.  </a:t>
            </a:r>
            <a:endParaRPr lang="en-US" sz="1200" dirty="0"/>
          </a:p>
          <a:p>
            <a:pPr indent="0" marL="0">
              <a:lnSpc>
                <a:spcPct val="150000"/>
              </a:lnSpc>
              <a:buNone/>
            </a:pPr>
            <a:r>
              <a:rPr lang="en-US" sz="1200" dirty="0">
                <a:solidFill>
                  <a:srgbClr val="FFFFFF"/>
                </a:solidFill>
              </a:rPr>
              <a:t>   基於新識別的分子通路（如 HHEX/IKKα 迴路）開展的新靶向療法臨床試驗對於推進結直腸癌的治療選擇至關重要。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2026-05-18T05:07:47Z</dcterms:created>
  <dcterms:modified xsi:type="dcterms:W3CDTF">2026-05-18T05:07:47Z</dcterms:modified>
</cp:coreProperties>
</file>