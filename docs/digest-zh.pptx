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jamanetwork.com/journals/jama/article-abstract/2846530" TargetMode="External"/><Relationship Id="rId2" Type="http://schemas.openxmlformats.org/officeDocument/2006/relationships/hyperlink" Target="https://jamanetwork.com/journals/jama/article-abstract/2846530"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2/anie.3918717" TargetMode="External"/><Relationship Id="rId2" Type="http://schemas.openxmlformats.org/officeDocument/2006/relationships/hyperlink" Target="https://doi.org/10.1002/anie.3918717"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245/s10434-025-17363-0" TargetMode="External"/><Relationship Id="rId2" Type="http://schemas.openxmlformats.org/officeDocument/2006/relationships/hyperlink" Target="https://doi.org/10.1245/s10434-025-17363-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97/SLA.0000000000006625" TargetMode="External"/><Relationship Id="rId2" Type="http://schemas.openxmlformats.org/officeDocument/2006/relationships/hyperlink" Target="https://doi.org/10.1097/SLA.00000000000066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mc.ncbi.nlm.nih.gov/articles/PMC12968704/" TargetMode="External"/><Relationship Id="rId2" Type="http://schemas.openxmlformats.org/officeDocument/2006/relationships/hyperlink" Target="https://pmc.ncbi.nlm.nih.gov/articles/PMC1296870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2026-05-25 — 2026-06-01</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 debulking in combination with chemotherapy in multiorgan metastatic colore…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Mitochondria-Targeting Iridium(III) Complexes Induce PANoptosis and Ferroptosis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Consensus Guideline for the Management of Colorectal Cancer with Peritoneal Meta…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Life After Pelvic Exenteration for Rectal Cancer: The Patient and Carer Perspect…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Enhanced recovery after surgery pathways and postoperative gastrointestinal func…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評估Cytoreductive手術與HIPEC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PRODIGE 7試驗設計與目標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報告治療結果比較</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 debulking in combination with chemotherapy in multiorgan metastatic colorectal cancer: the ORCHESTRA randomized clinical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研究腫瘤減量療效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評估化療聯合效果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聚焦多脏器轉移性結腸癌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來自ORCHESTRA隨機試驗結果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亞組分析P &lt; .05</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EC Gootjes, L Bakkerus, AA Adhin.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excrementihominis加重結腸炎嚴重性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觀察到病理性NETosis活化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影響結腸直腸癌發展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提出新療法策略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研究聚焦於免疫反應</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Mitochondria-Targeting Iridium(III) Complexes Induce PANoptosis and Ferroptosis for Boosting Chemoimmunotherapy Against Immune-Desert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Angewandte Chemie (International ed. in English)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超過80%的CRC病例為MSS。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Iridium(III)複合物誘導PANoptosis。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同時進行ferroptosis增強免疫療法。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機制導向設計以針對線粒體。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蛋白質組學分析支持療效。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Liu Xing, Feng Tao, Yang Xiaoting et al.. Angewandte Chemie (International ed. in English). 2026-05-28 DOI: 10.1002/anie.3918717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CALLY指數預測CRC預後。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進行多項研究的綜合分析。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解決先前研究結果不一致。</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進行現有研究的Meta分析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在CRC臨床應用潛力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Consensus Guideline for the Management of Colorectal Cancer with Peritoneal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oncology  ·  IF 3.8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腹膜是CRC轉移常見部位。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更新2018年Chicago Consensus指導方針。</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管理路徑達成90%以上共識。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建議早期轉診至PSM中心。</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ctDNA檢測的證據有限。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Schultz Kurt S, Bansal Varun V, Wach Michael M et al.. Annals of surgical oncology. 2026-05-19 DOI: 10.1245/s10434-025-17363-0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癌症風險認知不足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需加強病人教育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管理策略研究缺口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 After Pelvic Exenteration for Rectal Cancer: The Patient and Carer Perspective on Long-term Consequences and Survivorship.</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surgery  ·  IF 9.4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Pelvic exenteration 是晚期直腸癌標準療法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長期存活者面臨重大挑戰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參與者接受手術後果以求生存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Brown Kilian G M, White Kate, Solomon Michael J et al.. Annals of surgery. 2026-05-12 DOI: 10.1097/SLA.0000000000006625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Enhanced recovery after surgery pathways and postoperative gastrointestinal function in colorectal cancer: A prospective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gastrointestinal surgery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加速康復路徑改善結果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早期腸道營養有益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維持腸道黏膜屏障完整性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BH Zhao, CX Bao. World journal of gastrointestinal surgery.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**手術與化療的整合策略**  </a:t>
            </a:r>
            <a:endParaRPr lang="en-US" sz="1200" dirty="0"/>
          </a:p>
          <a:p>
            <a:pPr indent="0" marL="0">
              <a:lnSpc>
                <a:spcPct val="150000"/>
              </a:lnSpc>
              <a:buNone/>
            </a:pPr>
            <a:r>
              <a:rPr lang="en-US" sz="1200" dirty="0">
                <a:solidFill>
                  <a:srgbClr val="FFFFFF"/>
                </a:solidFill>
              </a:rPr>
              <a:t>   The combination of cytoreductive surgery and hyperthermic intraperitoneal chemotherapy shows limited benefits in metastatic colorectal cancer, highlighting the need for more effective treatment protocols.  </a:t>
            </a:r>
            <a:endParaRPr lang="en-US" sz="1200" dirty="0"/>
          </a:p>
          <a:p>
            <a:pPr indent="0" marL="0">
              <a:lnSpc>
                <a:spcPct val="150000"/>
              </a:lnSpc>
              <a:buNone/>
            </a:pPr>
            <a:r>
              <a:rPr lang="en-US" sz="1200" dirty="0">
                <a:solidFill>
                  <a:srgbClr val="FFFFFF"/>
                </a:solidFill>
              </a:rPr>
              <a:t>   結合細胞減少手術與高溫腹腔化療在轉移性大腸癌中的效果有限，突顯出需要更有效的治療方案。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**預後指標的變化**  </a:t>
            </a:r>
            <a:endParaRPr lang="en-US" sz="1200" dirty="0"/>
          </a:p>
          <a:p>
            <a:pPr indent="0" marL="0">
              <a:lnSpc>
                <a:spcPct val="150000"/>
              </a:lnSpc>
              <a:buNone/>
            </a:pPr>
            <a:r>
              <a:rPr lang="en-US" sz="1200" dirty="0">
                <a:solidFill>
                  <a:srgbClr val="FFFFFF"/>
                </a:solidFill>
              </a:rPr>
              <a:t>   The prognostic value of indices like the C-reactive protein-albumin-lymphocyte (CALLY) index and systemic immune-inflammation index (SII) remains inconsistent, indicating a need for standardization in their application.  </a:t>
            </a:r>
            <a:endParaRPr lang="en-US" sz="1200" dirty="0"/>
          </a:p>
          <a:p>
            <a:pPr indent="0" marL="0">
              <a:lnSpc>
                <a:spcPct val="150000"/>
              </a:lnSpc>
              <a:buNone/>
            </a:pPr>
            <a:r>
              <a:rPr lang="en-US" sz="1200" dirty="0">
                <a:solidFill>
                  <a:srgbClr val="FFFFFF"/>
                </a:solidFill>
              </a:rPr>
              <a:t>   C-反應蛋白-白蛋白-淋巴細胞（CALLY）指數和系統性免疫炎症指數（SII）的預後價值不一致，顯示其應用需要標準化。</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**腸道微生物與癌症的關聯**  </a:t>
            </a:r>
            <a:endParaRPr lang="en-US" sz="1200" dirty="0"/>
          </a:p>
          <a:p>
            <a:pPr indent="0" marL="0">
              <a:lnSpc>
                <a:spcPct val="150000"/>
              </a:lnSpc>
              <a:buNone/>
            </a:pPr>
            <a:r>
              <a:rPr lang="en-US" sz="1200" dirty="0">
                <a:solidFill>
                  <a:srgbClr val="FFFFFF"/>
                </a:solidFill>
              </a:rPr>
              <a:t>   The role of gut microbiota, particularly Parasutterella excrementihominis, in exacerbating colitis and colorectal cancer suggests potential therapeutic targets for inflammation-driven carcinogenesis.  </a:t>
            </a:r>
            <a:endParaRPr lang="en-US" sz="1200" dirty="0"/>
          </a:p>
          <a:p>
            <a:pPr indent="0" marL="0">
              <a:lnSpc>
                <a:spcPct val="150000"/>
              </a:lnSpc>
              <a:buNone/>
            </a:pPr>
            <a:r>
              <a:rPr lang="en-US" sz="1200" dirty="0">
                <a:solidFill>
                  <a:srgbClr val="FFFFFF"/>
                </a:solidFill>
              </a:rPr>
              <a:t>   腸道微生物，特別是Parasutterella excrementihominis在加重結腸炎和大腸癌中的作用，暗示了針對炎症驅動癌變的潛在治療靶點。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**術後恢復的重要性**  </a:t>
            </a:r>
            <a:endParaRPr lang="en-US" sz="1200" dirty="0"/>
          </a:p>
          <a:p>
            <a:pPr indent="0" marL="0">
              <a:lnSpc>
                <a:spcPct val="150000"/>
              </a:lnSpc>
              <a:buNone/>
            </a:pPr>
            <a:r>
              <a:rPr lang="en-US" sz="1200" dirty="0">
                <a:solidFill>
                  <a:srgbClr val="FFFFFF"/>
                </a:solidFill>
              </a:rPr>
              <a:t>   Enhanced recovery after surgery pathways significantly improve postoperative gastrointestinal function, emphasizing the importance of postoperative care in colorectal cancer patients.  </a:t>
            </a:r>
            <a:endParaRPr lang="en-US" sz="1200" dirty="0"/>
          </a:p>
          <a:p>
            <a:pPr indent="0" marL="0">
              <a:lnSpc>
                <a:spcPct val="150000"/>
              </a:lnSpc>
              <a:buNone/>
            </a:pPr>
            <a:r>
              <a:rPr lang="en-US" sz="1200" dirty="0">
                <a:solidFill>
                  <a:srgbClr val="FFFFFF"/>
                </a:solidFill>
              </a:rPr>
              <a:t>   手術後恢復途徑顯著改善術後腸道功能，強調了大腸癌患者術後護理的重要性。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**患者與照顧者的經驗**  </a:t>
            </a:r>
            <a:endParaRPr lang="en-US" sz="1200" dirty="0"/>
          </a:p>
          <a:p>
            <a:pPr indent="0" marL="0">
              <a:lnSpc>
                <a:spcPct val="150000"/>
              </a:lnSpc>
              <a:buNone/>
            </a:pPr>
            <a:r>
              <a:rPr lang="en-US" sz="1200" dirty="0">
                <a:solidFill>
                  <a:srgbClr val="FFFFFF"/>
                </a:solidFill>
              </a:rPr>
              <a:t>   Understanding the long-term consequences of pelvic exenteration from the perspectives of patients and caregivers is crucial for improving survivorship care.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從患者和照顧者的角度理解骨盆切除術的長期後果對改善生存照護至關重要。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**個體化治療策略的開發**  </a:t>
            </a:r>
            <a:endParaRPr lang="en-US" sz="1200" dirty="0"/>
          </a:p>
          <a:p>
            <a:pPr indent="0" marL="0">
              <a:lnSpc>
                <a:spcPct val="150000"/>
              </a:lnSpc>
              <a:buNone/>
            </a:pPr>
            <a:r>
              <a:rPr lang="en-US" sz="1200" dirty="0">
                <a:solidFill>
                  <a:srgbClr val="FFFFFF"/>
                </a:solidFill>
              </a:rPr>
              <a:t>   Future studies should focus on developing personalized treatment approaches that integrate genetic, microbiome, and immune profiles for colorectal cancer management.  </a:t>
            </a:r>
            <a:endParaRPr lang="en-US" sz="1200" dirty="0"/>
          </a:p>
          <a:p>
            <a:pPr indent="0" marL="0">
              <a:lnSpc>
                <a:spcPct val="150000"/>
              </a:lnSpc>
              <a:buNone/>
            </a:pPr>
            <a:r>
              <a:rPr lang="en-US" sz="1200" dirty="0">
                <a:solidFill>
                  <a:srgbClr val="FFFFFF"/>
                </a:solidFill>
              </a:rPr>
              <a:t>   未來的研究應著重於開發個體化治療策略，整合基因、微生物組和免疫特徵以管理大腸癌。</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**炎症指標的標準化**  </a:t>
            </a:r>
            <a:endParaRPr lang="en-US" sz="1200" dirty="0"/>
          </a:p>
          <a:p>
            <a:pPr indent="0" marL="0">
              <a:lnSpc>
                <a:spcPct val="150000"/>
              </a:lnSpc>
              <a:buNone/>
            </a:pPr>
            <a:r>
              <a:rPr lang="en-US" sz="1200" dirty="0">
                <a:solidFill>
                  <a:srgbClr val="FFFFFF"/>
                </a:solidFill>
              </a:rPr>
              <a:t>   Research should aim to standardize the use of inflammatory biomarkers like the CALLY index and SII in clinical practice to enhance prognostic accuracy.  </a:t>
            </a:r>
            <a:endParaRPr lang="en-US" sz="1200" dirty="0"/>
          </a:p>
          <a:p>
            <a:pPr indent="0" marL="0">
              <a:lnSpc>
                <a:spcPct val="150000"/>
              </a:lnSpc>
              <a:buNone/>
            </a:pPr>
            <a:r>
              <a:rPr lang="en-US" sz="1200" dirty="0">
                <a:solidFill>
                  <a:srgbClr val="FFFFFF"/>
                </a:solidFill>
              </a:rPr>
              <a:t>   研究應旨在標準化臨床實踐中使用的炎症生物標記，如CALLY指數和SII，以提高預後準確性。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**腸道微生物的介入研究**  </a:t>
            </a:r>
            <a:endParaRPr lang="en-US" sz="1200" dirty="0"/>
          </a:p>
          <a:p>
            <a:pPr indent="0" marL="0">
              <a:lnSpc>
                <a:spcPct val="150000"/>
              </a:lnSpc>
              <a:buNone/>
            </a:pPr>
            <a:r>
              <a:rPr lang="en-US" sz="1200" dirty="0">
                <a:solidFill>
                  <a:srgbClr val="FFFFFF"/>
                </a:solidFill>
              </a:rPr>
              <a:t>   Investigating the therapeutic potential of modulating gut microbiota in colorectal cancer patients could open new avenues for treatment.  </a:t>
            </a:r>
            <a:endParaRPr lang="en-US" sz="1200" dirty="0"/>
          </a:p>
          <a:p>
            <a:pPr indent="0" marL="0">
              <a:lnSpc>
                <a:spcPct val="150000"/>
              </a:lnSpc>
              <a:buNone/>
            </a:pPr>
            <a:r>
              <a:rPr lang="en-US" sz="1200" dirty="0">
                <a:solidFill>
                  <a:srgbClr val="FFFFFF"/>
                </a:solidFill>
              </a:rPr>
              <a:t>   探索調節腸道微生物在大腸癌患者中的治療潛力可能為治療開辟新的途徑。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**術後恢復的最佳化**  </a:t>
            </a:r>
            <a:endParaRPr lang="en-US" sz="1200" dirty="0"/>
          </a:p>
          <a:p>
            <a:pPr indent="0" marL="0">
              <a:lnSpc>
                <a:spcPct val="150000"/>
              </a:lnSpc>
              <a:buNone/>
            </a:pPr>
            <a:r>
              <a:rPr lang="en-US" sz="1200" dirty="0">
                <a:solidFill>
                  <a:srgbClr val="FFFFFF"/>
                </a:solidFill>
              </a:rPr>
              <a:t>   Further research is needed to optimize enhanced recovery protocols post-surgery, focusing on specific interventions that improve gastrointestinal function.  </a:t>
            </a:r>
            <a:endParaRPr lang="en-US" sz="1200" dirty="0"/>
          </a:p>
          <a:p>
            <a:pPr indent="0" marL="0">
              <a:lnSpc>
                <a:spcPct val="150000"/>
              </a:lnSpc>
              <a:buNone/>
            </a:pPr>
            <a:r>
              <a:rPr lang="en-US" sz="1200" dirty="0">
                <a:solidFill>
                  <a:srgbClr val="FFFFFF"/>
                </a:solidFill>
              </a:rPr>
              <a:t>   需要進一步研究以優化術後恢復方案，專注於改善腸道功能的特定干預措施。</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**患者經驗的質性研究**  </a:t>
            </a:r>
            <a:endParaRPr lang="en-US" sz="1200" dirty="0"/>
          </a:p>
          <a:p>
            <a:pPr indent="0" marL="0">
              <a:lnSpc>
                <a:spcPct val="150000"/>
              </a:lnSpc>
              <a:buNone/>
            </a:pPr>
            <a:r>
              <a:rPr lang="en-US" sz="1200" dirty="0">
                <a:solidFill>
                  <a:srgbClr val="FFFFFF"/>
                </a:solidFill>
              </a:rPr>
              <a:t>   Qualitative studies exploring the experiences of patients and caregivers post-pelvic exenteration can inform better support systems and survivorship programs.  </a:t>
            </a:r>
            <a:endParaRPr lang="en-US" sz="1200" dirty="0"/>
          </a:p>
          <a:p>
            <a:pPr indent="0" marL="0">
              <a:lnSpc>
                <a:spcPct val="150000"/>
              </a:lnSpc>
              <a:buNone/>
            </a:pPr>
            <a:r>
              <a:rPr lang="en-US" sz="1200" dirty="0">
                <a:solidFill>
                  <a:srgbClr val="FFFFFF"/>
                </a:solidFill>
              </a:rPr>
              <a:t>   探索骨盆切除術後患者和照顧者經驗的質性研究可以為更好的支持系統和生存計劃提供信息。</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2026-06-01T01:52:28Z</dcterms:created>
  <dcterms:modified xsi:type="dcterms:W3CDTF">2026-06-01T01:52:28Z</dcterms:modified>
</cp:coreProperties>
</file>