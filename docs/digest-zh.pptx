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mdpi.com/2072-6643/18/1/173" TargetMode="External"/><Relationship Id="rId2" Type="http://schemas.openxmlformats.org/officeDocument/2006/relationships/hyperlink" Target="https://www.mdpi.com/2072-6643/18/1/17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intimp.2026.116626" TargetMode="External"/><Relationship Id="rId2" Type="http://schemas.openxmlformats.org/officeDocument/2006/relationships/hyperlink" Target="https://doi.org/10.1016/j.intimp.2026.11662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7/s13577-026-01397-x" TargetMode="External"/><Relationship Id="rId2" Type="http://schemas.openxmlformats.org/officeDocument/2006/relationships/hyperlink" Target="https://doi.org/10.1007/s13577-026-01397-x"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21/acsinfecdis.6c00330" TargetMode="External"/><Relationship Id="rId2" Type="http://schemas.openxmlformats.org/officeDocument/2006/relationships/hyperlink" Target="https://doi.org/10.1021/acsinfecdis.6c00330"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2003-026-10441-3" TargetMode="External"/><Relationship Id="rId2" Type="http://schemas.openxmlformats.org/officeDocument/2006/relationships/hyperlink" Target="https://doi.org/10.1038/s42003-026-10441-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02/1878-0261.70283" TargetMode="External"/><Relationship Id="rId2" Type="http://schemas.openxmlformats.org/officeDocument/2006/relationships/hyperlink" Target="https://doi.org/10.1002/1878-0261.70283"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2026-06-08 — 2026-06-15</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Role of Omega-3 Polyunsaturated Fatty Acid Supplementation in Postoperative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ACAT1-mediated lactylation reprogramming governs immune-stromal crosstalk in ulc…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Indole-3-acetic acid promotes differentiation while suppressing proliferation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Efavirenz Mitigates Dyslipidemia and Attenuates Ulcerative Colitis through Gut 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Oxaliplatin triggers adipose and muscle wasting through cancer-independent metab…</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Loss of proton-sensing TDAG8 increases tumor progression in mouse models of colo…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評估細胞減少手術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使用高溫腹腔化療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與單獨手術比較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針對結直腸腹膜轉移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多中心隨機試驗設計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Parasutterella excrementihominis 在大腸炎中的角色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活化與炎症相關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對結直腸癌治療的啟示</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在大腸癌中的預後意義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臨床應用的潛力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Role of Omega-3 Polyunsaturated Fatty Acid Supplementation in Postoperative Recovery of Colorectal Cancer: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Nutrients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Omega-3 PUFAs幫助術後恢復。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有效調節炎性細胞因子。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與促炎標記呈負相關。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Li, Z Xu, Y Chen. Nutrients.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需要更好的管理策略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患者知識研究不足</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ACAT1-mediated lactylation reprogramming governs immune-stromal crosstalk in ulcerative colitis.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immunopharmacology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ACAT1被確定為關鍵乳酸化基因。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乳酸化影響免疫-基質相互作用。</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磺胺嘧啶顯示針對ACAT1的潛力。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 Jiayu, Lin Shanshan, Chen Zhuosi et al.. International immunopharmacology. 2026-04-23 DOI: 10.1016/j.intimp.2026.116626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Indole-3-acetic acid promotes differentiation while suppressing proliferation in human intestinal epithelial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Human cell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IAA影響腸道上皮細胞生物學。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高濃度IAA降低細胞活力。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IAA促進分化和上皮修復。</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Mallardo Marta, Memon Furqan, Pagliaro Raffaella et al.. Human cell. 2026-06-12 DOI: 10.1007/s13577-026-01397-x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Efavirenz Mitigates Dyslipidemia and Attenuates Ulcerative Colitis through Gut Microbiota Modulation.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ACS infectious diseases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Efavirenz 減輕 ART 引起的脂質異常。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改善模型中的潰瘍性結腸炎症狀。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調節腸道微生物群和脂質代謝。</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Wei, Niu Xiaoge, Li Shasha et al.. ACS infectious diseases. 2026-06-12 DOI: 10.1021/acsinfecdis.6c00330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Oxaliplatin triggers adipose and muscle wasting through cancer-independent metabolic and CNS pathways in mouse models.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Communications 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Oxaliplatin 造成小鼠類似cachexia症狀。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體重減輕源於脂肪和肌肉消耗。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代謝改變：攝取和活動減少。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組織學變化：肌肉萎縮和免疫浸潤。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在脂肪和肌肉中識別代謝重組。</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Du Junwei, Mintz Rachel L, Sudlow Leland C et al.. Communications biology. 2026-06-10 DOI: 10.1038/s42003-026-10441-3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Loss of proton-sensing TDAG8 increases tumor progression in mouse models of colon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oncology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TDAG8缺失加速腫瘤進展。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腫瘤中中性粒細胞和單核細胞增加。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AOM/DSS模型腫瘤體積增大。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巨噬細胞和CD4+/CD8+比率升高。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TDAG8調節劑可能有助CRC治療。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Malagola Ermanno, Illi Yasmine, Bircher Anna et al.. Molecular oncology. 2026-06-10 DOI: 10.1002/1878-0261.70283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**腫瘤微環境的角色**  </a:t>
            </a:r>
            <a:endParaRPr lang="en-US" sz="1200" dirty="0"/>
          </a:p>
          <a:p>
            <a:pPr indent="0" marL="0">
              <a:lnSpc>
                <a:spcPct val="150000"/>
              </a:lnSpc>
              <a:buNone/>
            </a:pPr>
            <a:r>
              <a:rPr lang="en-US" sz="1200" dirty="0">
                <a:solidFill>
                  <a:srgbClr val="FFFFFF"/>
                </a:solidFill>
              </a:rPr>
              <a:t>   The studies highlight the significant influence of the tumor microenvironment on colorectal cancer progression and treatment responses.  </a:t>
            </a:r>
            <a:endParaRPr lang="en-US" sz="1200" dirty="0"/>
          </a:p>
          <a:p>
            <a:pPr indent="0" marL="0">
              <a:lnSpc>
                <a:spcPct val="150000"/>
              </a:lnSpc>
              <a:buNone/>
            </a:pPr>
            <a:r>
              <a:rPr lang="en-US" sz="1200" dirty="0">
                <a:solidFill>
                  <a:srgbClr val="FFFFFF"/>
                </a:solidFill>
              </a:rPr>
              <a:t>   這些研究強調腫瘤微環境對結直腸癌進展和治療反應的重要影響。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**免疫系統的預後指標**  </a:t>
            </a:r>
            <a:endParaRPr lang="en-US" sz="1200" dirty="0"/>
          </a:p>
          <a:p>
            <a:pPr indent="0" marL="0">
              <a:lnSpc>
                <a:spcPct val="150000"/>
              </a:lnSpc>
              <a:buNone/>
            </a:pPr>
            <a:r>
              <a:rPr lang="en-US" sz="1200" dirty="0">
                <a:solidFill>
                  <a:srgbClr val="FFFFFF"/>
                </a:solidFill>
              </a:rPr>
              <a:t>   The systemic immune-inflammation index (SII) emerges as a promising prognostic biomarker, indicating the interplay between systemic inflammation and cancer outcomes.  </a:t>
            </a:r>
            <a:endParaRPr lang="en-US" sz="1200" dirty="0"/>
          </a:p>
          <a:p>
            <a:pPr indent="0" marL="0">
              <a:lnSpc>
                <a:spcPct val="150000"/>
              </a:lnSpc>
              <a:buNone/>
            </a:pPr>
            <a:r>
              <a:rPr lang="en-US" sz="1200" dirty="0">
                <a:solidFill>
                  <a:srgbClr val="FFFFFF"/>
                </a:solidFill>
              </a:rPr>
              <a:t>   系統性免疫炎症指數（SII）作為一個有前途的預後生物標記，顯示系統性炎症與癌症結果之間的相互作用。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**益生菌與腸道健康**  </a:t>
            </a:r>
            <a:endParaRPr lang="en-US" sz="1200" dirty="0"/>
          </a:p>
          <a:p>
            <a:pPr indent="0" marL="0">
              <a:lnSpc>
                <a:spcPct val="150000"/>
              </a:lnSpc>
              <a:buNone/>
            </a:pPr>
            <a:r>
              <a:rPr lang="en-US" sz="1200" dirty="0">
                <a:solidFill>
                  <a:srgbClr val="FFFFFF"/>
                </a:solidFill>
              </a:rPr>
              <a:t>   The role of gut microbiota, particularly specific strains like Parasutterella excrementihominis, is crucial in modulating inflammation and cancer risk.  </a:t>
            </a:r>
            <a:endParaRPr lang="en-US" sz="1200" dirty="0"/>
          </a:p>
          <a:p>
            <a:pPr indent="0" marL="0">
              <a:lnSpc>
                <a:spcPct val="150000"/>
              </a:lnSpc>
              <a:buNone/>
            </a:pPr>
            <a:r>
              <a:rPr lang="en-US" sz="1200" dirty="0">
                <a:solidFill>
                  <a:srgbClr val="FFFFFF"/>
                </a:solidFill>
              </a:rPr>
              <a:t>   腸道微生物群的角色，特別是像Parasutterella excrementihominis這樣的特定菌株，在調節炎症和癌症風險中至關重要。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**術後恢復的營養補充**  </a:t>
            </a:r>
            <a:endParaRPr lang="en-US" sz="1200" dirty="0"/>
          </a:p>
          <a:p>
            <a:pPr indent="0" marL="0">
              <a:lnSpc>
                <a:spcPct val="150000"/>
              </a:lnSpc>
              <a:buNone/>
            </a:pPr>
            <a:r>
              <a:rPr lang="en-US" sz="1200" dirty="0">
                <a:solidFill>
                  <a:srgbClr val="FFFFFF"/>
                </a:solidFill>
              </a:rPr>
              <a:t>   Omega-3 polyunsaturated fatty acids (PUFAs) show potential in enhancing postoperative recovery, suggesting nutritional interventions may improve patient outcomes.  </a:t>
            </a:r>
            <a:endParaRPr lang="en-US" sz="1200" dirty="0"/>
          </a:p>
          <a:p>
            <a:pPr indent="0" marL="0">
              <a:lnSpc>
                <a:spcPct val="150000"/>
              </a:lnSpc>
              <a:buNone/>
            </a:pPr>
            <a:r>
              <a:rPr lang="en-US" sz="1200" dirty="0">
                <a:solidFill>
                  <a:srgbClr val="FFFFFF"/>
                </a:solidFill>
              </a:rPr>
              <a:t>   Omega-3多不飽和脂肪酸（PUFAs）在增強術後恢復方面顯示出潛力，暗示營養干預可能改善患者結果。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**炎症性腸病的癌症風險認知**  </a:t>
            </a:r>
            <a:endParaRPr lang="en-US" sz="1200" dirty="0"/>
          </a:p>
          <a:p>
            <a:pPr indent="0" marL="0">
              <a:lnSpc>
                <a:spcPct val="150000"/>
              </a:lnSpc>
              <a:buNone/>
            </a:pPr>
            <a:r>
              <a:rPr lang="en-US" sz="1200" dirty="0">
                <a:solidFill>
                  <a:srgbClr val="FFFFFF"/>
                </a:solidFill>
              </a:rPr>
              <a:t>   There is a critical gap in awareness regarding the colorectal cancer risk among patients with inflammatory bowel disease, necessitating further educational initiatives.  </a:t>
            </a:r>
            <a:endParaRPr lang="en-US" sz="1200" dirty="0"/>
          </a:p>
          <a:p>
            <a:pPr indent="0" marL="0">
              <a:lnSpc>
                <a:spcPct val="150000"/>
              </a:lnSpc>
              <a:buNone/>
            </a:pPr>
            <a:r>
              <a:rPr lang="en-US" sz="1200" dirty="0">
                <a:solidFill>
                  <a:srgbClr val="FFFFFF"/>
                </a:solidFill>
              </a:rPr>
              <a:t>   在炎症性腸病患者中，對結直腸癌風險的認知存在重要差距，迫切需要進一步的教育措施。</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**腫瘤微環境的干預策略**  </a:t>
            </a:r>
            <a:endParaRPr lang="en-US" sz="1200" dirty="0"/>
          </a:p>
          <a:p>
            <a:pPr indent="0" marL="0">
              <a:lnSpc>
                <a:spcPct val="150000"/>
              </a:lnSpc>
              <a:buNone/>
            </a:pPr>
            <a:r>
              <a:rPr lang="en-US" sz="1200" dirty="0">
                <a:solidFill>
                  <a:srgbClr val="FFFFFF"/>
                </a:solidFill>
              </a:rPr>
              <a:t>   Future studies should explore therapeutic strategies targeting the tumor microenvironment to enhance treatment efficacy in colorectal cancer.  </a:t>
            </a:r>
            <a:endParaRPr lang="en-US" sz="1200" dirty="0"/>
          </a:p>
          <a:p>
            <a:pPr indent="0" marL="0">
              <a:lnSpc>
                <a:spcPct val="150000"/>
              </a:lnSpc>
              <a:buNone/>
            </a:pPr>
            <a:r>
              <a:rPr lang="en-US" sz="1200" dirty="0">
                <a:solidFill>
                  <a:srgbClr val="FFFFFF"/>
                </a:solidFill>
              </a:rPr>
              <a:t>   未來研究應探索針對腫瘤微環境的治療策略，以提高結直腸癌的治療效果。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**免疫炎症指數的應用**  </a:t>
            </a:r>
            <a:endParaRPr lang="en-US" sz="1200" dirty="0"/>
          </a:p>
          <a:p>
            <a:pPr indent="0" marL="0">
              <a:lnSpc>
                <a:spcPct val="150000"/>
              </a:lnSpc>
              <a:buNone/>
            </a:pPr>
            <a:r>
              <a:rPr lang="en-US" sz="1200" dirty="0">
                <a:solidFill>
                  <a:srgbClr val="FFFFFF"/>
                </a:solidFill>
              </a:rPr>
              <a:t>   Investigating the clinical utility of the systemic immune-inflammation index (SII) in diverse patient populations could refine prognostic assessments.  </a:t>
            </a:r>
            <a:endParaRPr lang="en-US" sz="1200" dirty="0"/>
          </a:p>
          <a:p>
            <a:pPr indent="0" marL="0">
              <a:lnSpc>
                <a:spcPct val="150000"/>
              </a:lnSpc>
              <a:buNone/>
            </a:pPr>
            <a:r>
              <a:rPr lang="en-US" sz="1200" dirty="0">
                <a:solidFill>
                  <a:srgbClr val="FFFFFF"/>
                </a:solidFill>
              </a:rPr>
              <a:t>   研究系統性免疫炎症指數（SII）在不同患者群體中的臨床應用，可能會完善預後評估。</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**微生物群與癌症的關聯**  </a:t>
            </a:r>
            <a:endParaRPr lang="en-US" sz="1200" dirty="0"/>
          </a:p>
          <a:p>
            <a:pPr indent="0" marL="0">
              <a:lnSpc>
                <a:spcPct val="150000"/>
              </a:lnSpc>
              <a:buNone/>
            </a:pPr>
            <a:r>
              <a:rPr lang="en-US" sz="1200" dirty="0">
                <a:solidFill>
                  <a:srgbClr val="FFFFFF"/>
                </a:solidFill>
              </a:rPr>
              <a:t>   Further research is needed to elucidate the mechanisms by which gut microbiota influence inflammation and colorectal cancer development.  </a:t>
            </a:r>
            <a:endParaRPr lang="en-US" sz="1200" dirty="0"/>
          </a:p>
          <a:p>
            <a:pPr indent="0" marL="0">
              <a:lnSpc>
                <a:spcPct val="150000"/>
              </a:lnSpc>
              <a:buNone/>
            </a:pPr>
            <a:r>
              <a:rPr lang="en-US" sz="1200" dirty="0">
                <a:solidFill>
                  <a:srgbClr val="FFFFFF"/>
                </a:solidFill>
              </a:rPr>
              <a:t>   需要進一步研究以闡明腸道微生物群如何影響炎症和結直腸癌發展的機制。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**術後營養干預的長期效果**  </a:t>
            </a:r>
            <a:endParaRPr lang="en-US" sz="1200" dirty="0"/>
          </a:p>
          <a:p>
            <a:pPr indent="0" marL="0">
              <a:lnSpc>
                <a:spcPct val="150000"/>
              </a:lnSpc>
              <a:buNone/>
            </a:pPr>
            <a:r>
              <a:rPr lang="en-US" sz="1200" dirty="0">
                <a:solidFill>
                  <a:srgbClr val="FFFFFF"/>
                </a:solidFill>
              </a:rPr>
              <a:t>   Longitudinal studies assessing the long-term effects of omega-3 PUFA supplementation on recovery and quality of life in colorectal cancer patients are warranted.  </a:t>
            </a:r>
            <a:endParaRPr lang="en-US" sz="1200" dirty="0"/>
          </a:p>
          <a:p>
            <a:pPr indent="0" marL="0">
              <a:lnSpc>
                <a:spcPct val="150000"/>
              </a:lnSpc>
              <a:buNone/>
            </a:pPr>
            <a:r>
              <a:rPr lang="en-US" sz="1200" dirty="0">
                <a:solidFill>
                  <a:srgbClr val="FFFFFF"/>
                </a:solidFill>
              </a:rPr>
              <a:t>   需要進行縱向研究，以評估Omega-3 PUFA補充對結直腸癌患者恢復和生活質量的長期影響。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**增強患者教育與風險管理**  </a:t>
            </a:r>
            <a:endParaRPr lang="en-US" sz="1200" dirty="0"/>
          </a:p>
          <a:p>
            <a:pPr indent="0" marL="0">
              <a:lnSpc>
                <a:spcPct val="150000"/>
              </a:lnSpc>
              <a:buNone/>
            </a:pPr>
            <a:r>
              <a:rPr lang="en-US" sz="1200" dirty="0">
                <a:solidFill>
                  <a:srgbClr val="FFFFFF"/>
                </a:solidFill>
              </a:rPr>
              <a:t>   Developing targeted educational programs for patients with inflammatory bowel disease regarding their cancer risks and management strategies is essential.  </a:t>
            </a:r>
            <a:endParaRPr lang="en-US" sz="1200" dirty="0"/>
          </a:p>
          <a:p>
            <a:pPr indent="0" marL="0">
              <a:lnSpc>
                <a:spcPct val="150000"/>
              </a:lnSpc>
              <a:buNone/>
            </a:pPr>
            <a:r>
              <a:rPr lang="en-US" sz="1200" dirty="0">
                <a:solidFill>
                  <a:srgbClr val="FFFFFF"/>
                </a:solidFill>
              </a:rPr>
              <a:t>   為炎症性腸病患者制定針對性的教育計劃，讓他們了解癌症風險和管理策略是至關重要的。</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2026-06-15T01:55:52Z</dcterms:created>
  <dcterms:modified xsi:type="dcterms:W3CDTF">2026-06-15T01:55:52Z</dcterms:modified>
</cp:coreProperties>
</file>