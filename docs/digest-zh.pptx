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95-026-03313-0" TargetMode="External"/><Relationship Id="rId2" Type="http://schemas.openxmlformats.org/officeDocument/2006/relationships/hyperlink" Target="https://doi.org/10.1007/s00595-026-03313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jmech.2026.118885" TargetMode="External"/><Relationship Id="rId2" Type="http://schemas.openxmlformats.org/officeDocument/2006/relationships/hyperlink" Target="https://doi.org/10.1016/j.ejmech.2026.11888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cas.70448" TargetMode="External"/><Relationship Id="rId2" Type="http://schemas.openxmlformats.org/officeDocument/2006/relationships/hyperlink" Target="https://doi.org/10.1111/cas.7044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45/s10434-026-19743-6" TargetMode="External"/><Relationship Id="rId2" Type="http://schemas.openxmlformats.org/officeDocument/2006/relationships/hyperlink" Target="https://doi.org/10.1245/s10434-026-19743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16-026-03472-4" TargetMode="External"/><Relationship Id="rId2" Type="http://schemas.openxmlformats.org/officeDocument/2006/relationships/hyperlink" Target="https://doi.org/10.1038/s41416-026-03472-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659/AJCR.953662" TargetMode="External"/><Relationship Id="rId2" Type="http://schemas.openxmlformats.org/officeDocument/2006/relationships/hyperlink" Target="https://doi.org/10.12659/AJCR.95366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245/s10434-026-19903-8" TargetMode="External"/><Relationship Id="rId2" Type="http://schemas.openxmlformats.org/officeDocument/2006/relationships/hyperlink" Target="https://doi.org/10.1245/s10434-026-19903-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molbiopara.2026.111765" TargetMode="External"/><Relationship Id="rId2" Type="http://schemas.openxmlformats.org/officeDocument/2006/relationships/hyperlink" Target="https://doi.org/10.1016/j.molbiopara.2026.11176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2026-08-31 — 2026-09-07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of the number of colorectal cancer lymph node metastases on intraperitone…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Troxerutin as a bioactive flavonoid: Insights into its anticancer mechanisms and…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Microbiome-Driven Carcinogenesis and Circulating Microbial Signals in Genitourin…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Single-Port Robotic Cytoreductive Surgery for Colon Cancer Peritoneal Recurrence…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mass index, adjuvant chemotherapy, toxicity, and survival in non-metastatic…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Anterior Cutaneous Nerve Entrapment Syndrome in a 51-Year-Old Woman With Advance…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Peritoneal Metastases in Stage II-III Colon Cancer Represent a Blind Spot for Ci…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Modulatory role of Blastocystis-derived solubilized antigens in colorectal carci…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Impact of the number of colorectal cancer lymph node metastases on intraperitoneal lavage cytology: a multi-institutional, prospective, observational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Surgery today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Mise Minori, Ozawa Heita, Kobayashi Hirotoshi et al.. Surgery today. 2026-08-13 DOI: 10.1007/s00595-026-03313-0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Troxerutin as a bioactive flavonoid: Insights into its anticancer mechanisms and therapeutic applications.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European journal of medicinal chemistry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Manna Priya, Chatterjee Srijita, Chatterjee Ganguly Shayeri et al.. European journal of medicinal chemistry. 2026-07-15 DOI: 10.1016/j.ejmech.2026.118885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Microbiome-Driven Carcinogenesis and Circulating Microbial Signals in Genitourinary Cancers.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science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Kawashima Atsunari, Jingushi Kentaro, Saito Takuro et al.. Cancer science. 2026-09-01 DOI: 10.1111/cas.70448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Single-Port Robotic Cytoreductive Surgery for Colon Cancer Peritoneal Recurrence with the da Vinci SP.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oncology  ·  IF 3.8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Kwon Hoyeon, Park Soo Yeun. Annals of surgical oncology. 2026-08-11 DOI: 10.1245/s10434-026-19743-6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Body mass index, adjuvant chemotherapy, toxicity, and survival in non-metastatic colorectal cancer: an individual participant data meta-analysis (OCTOPUS).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British journal of cancer  ·  IF 6.4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Slawinski Corinna G V, Malcomson Lee, Barriuso Jorge et al.. British journal of cancer. 2026-08-16 DOI: 10.1038/s41416-026-03472-4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Anterior Cutaneous Nerve Entrapment Syndrome in a 51-Year-Old Woman With Advanced Colon Cancer, Successfully Treated With Repeated Ultrasound-Guided Rectus Sheath Blocks: A Case Report.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American journal of case reports  ·  Case Report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Shimamoto-Nagahira Yoko, Nakanuno Ryuichi. The American journal of case reports. 2026-09-01 DOI: 10.12659/AJCR.953662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Peritoneal Metastases in Stage II-III Colon Cancer Represent a Blind Spot for Circulating Tumor DNA Surveillance.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oncology  ·  IF 3.8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Ofori Kwasi Ansere, Smart Huxley, Liu Sean et al.. Annals of surgical oncology. 2026-08-11 DOI: 10.1245/s10434-026-19903-8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Modulatory role of Blastocystis-derived solubilized antigens in colorectal carcinogenesis: A systematic review.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Molecular and biochemical parasitology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Noor Razali Nur Amani Syakirin, Mohd Akmal Nur Anurah Hani, Wardina Mohd Khir Nur Eisya et al.. Molecular and biochemical parasitology. 2026-08-22 DOI: 10.1016/j.molbiopara.2026.111765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2026-09-07T05:44:52Z</dcterms:created>
  <dcterms:modified xsi:type="dcterms:W3CDTF">2026-09-07T05:44:52Z</dcterms:modified>
</cp:coreProperties>
</file>