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ccell.2026.04.009" TargetMode="External"/><Relationship Id="rId2" Type="http://schemas.openxmlformats.org/officeDocument/2006/relationships/hyperlink" Target="https://doi.org/10.1016/j.ccell.2026.04.00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21/acs.jafc.5c17732" TargetMode="External"/><Relationship Id="rId2" Type="http://schemas.openxmlformats.org/officeDocument/2006/relationships/hyperlink" Target="https://doi.org/10.1021/acs.jafc.5c17732"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link.springer.com/article/10.1007/s12029-026-01446-6" TargetMode="External"/><Relationship Id="rId2" Type="http://schemas.openxmlformats.org/officeDocument/2006/relationships/hyperlink" Target="https://link.springer.com/article/10.1007/s12029-026-01446-6"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isci.2026.116645" TargetMode="External"/><Relationship Id="rId2" Type="http://schemas.openxmlformats.org/officeDocument/2006/relationships/hyperlink" Target="https://doi.org/10.1016/j.isci.2026.116645"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hyperlink" Target="https://doi.org/10.1016/j.jep.2026.12165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42/S0192415X26500588" TargetMode="External"/><Relationship Id="rId2" Type="http://schemas.openxmlformats.org/officeDocument/2006/relationships/hyperlink" Target="https://doi.org/10.1142/S0192415X2650058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2026-07-13 — 2026-07-20</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Concurrent genetic and non-genetic resistance mechanisms to KRAS inhibition in c…</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Diarylheptanoid Phytoestrogen from Curcuma comosa Attenuates Colitis and Colitis…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pretreatment C-reactive–protein–albumin–lymphocyte index in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Alzheimer's disease-related mutations in APP influence colorectal tumor formatio…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Sanghuangporus vaninii extract exerts dual anti-tumor effects in colitis-associa…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Anti-Malignancy and Anti-Inflammation Properties of Emodin, an Essential Constit…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ORCHESTRA 試驗評估減瘤手術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針對轉移性結直腸癌患者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結果顯示生存益處有限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手術可能無法改善預後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需要替代治療策略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Concurrent genetic and non-genetic resistance mechanisms to KRAS inhibition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cell  ·  IF 48.8</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KRAS 突變佔 45%-50% 的 CRC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抗藥機制包括基因事件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耐藥腫瘤中以間充質和 YAP 特徵為主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治療早期誘導炎症程序</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TBK1 被識別為潛在治療靶點</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Alonso Salvador, Chu Kevan, Granowsky Elizabeth et al.. Cancer cell. 2026-07-14 DOI: 10.1016/j.ccell.2026.04.009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Diarylheptanoid Phytoestrogen from Curcuma comosa Attenuates Colitis and Colitis-Associated Colorectal Cancer by Inhibiting Inflammation and Oxidative Stress and Modulating Gut Microbiota.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agricultural and food chemistry  ·  RCT Phase 2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Curcuma comosa 的 Diarylheptanoids 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DPH 減輕結腸炎及腫瘤形成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抑制促炎細胞激素表達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 Toll-like receptor 路徑作為靶點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腸道微生物組成部分改善</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Truong Van-Long, Rarison Razanamanana H G, Song Eun-Ji et al.. Journal of agricultural and food chemistry. 2026-07-15 DOI: 10.1021/acs.jafc.5c17732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納入晚期大腸癌患者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結直腸癌預後生物標記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現有研究的綜合分析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臨床應用的潛力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pretreatment C-reactive–protein–albumin–lymphocyte index in colorectal cancer: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C反應蛋白與白蛋白水平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淋巴細胞指數作為預後因子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進行系統性回顧與Meta分析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Shamohammadi, D Yarahmadi….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對結腸直腸癌風險認知不足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需要改善病人教育策略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IBD患者定期篩檢的重要性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Alzheimer's disease-related mutations in APP influence colorectal tumor formation in a sex-dependent manner.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iScience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APP 突變影響大腸癌發展。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雄性小鼠腫瘤形成增加。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雌性小鼠腫瘤增長減少。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炎症變化依性別不同。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轉錄組分析顯示通路富集。</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Ishida-Takaku Takako, Sohrabi Mona, Pecoraro Heidi L et al.. iScience. 2026-07-12 DOI: 10.1016/j.isci.2026.116645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Sanghuangporus vaninii extract exerts dual anti-tumor effects in colitis-associated colorectal cancer by direct cytotoxicity and macrophage reprogramming via the PPAR&amp;#x3b3;/NF-&amp;#x3ba;B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Sanghuangporus vaninii 具有抗腫瘤效果。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抑制結腸炎相關結直腸癌 (CAC)。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 PPARγ/NF-κB 信號通路。</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調節巨噬細胞向 M2 表型轉變。</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改善生存率並減少腫瘤負擔。</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Yuqing, Mao Shangling, Shi Chao et al.. Journal of ethnopharmacology. 2026-07-15 DOI: 10.1016/j.jep.2026.121657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Anti-Malignancy and Anti-Inflammation Properties of Emodin, an Essential Constituent in Popular Laxative Botanicals.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American journal of Chinese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Emodin 具有抗惡性腫瘤效果。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抑制結腸癌細胞增長。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減少體內炎性細胞因子。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Meng, Zhang Xiankang, Huang Yanrong et al.. The American journal of Chinese medicine. 2026-07-14 DOI: 10.1142/S0192415X26500588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**KRAS抑制劑的抗藥性機制**  </a:t>
            </a:r>
            <a:endParaRPr lang="en-US" sz="1200" dirty="0"/>
          </a:p>
          <a:p>
            <a:pPr indent="0" marL="0">
              <a:lnSpc>
                <a:spcPct val="150000"/>
              </a:lnSpc>
              <a:buNone/>
            </a:pPr>
            <a:r>
              <a:rPr lang="en-US" sz="1200" dirty="0">
                <a:solidFill>
                  <a:srgbClr val="FFFFFF"/>
                </a:solidFill>
              </a:rPr>
              <a:t>   **Mechanisms of Resistance to KRAS Inhibitors**  </a:t>
            </a:r>
            <a:endParaRPr lang="en-US" sz="1200" dirty="0"/>
          </a:p>
          <a:p>
            <a:pPr indent="0" marL="0">
              <a:lnSpc>
                <a:spcPct val="150000"/>
              </a:lnSpc>
              <a:buNone/>
            </a:pPr>
            <a:r>
              <a:rPr lang="en-US" sz="1200" dirty="0">
                <a:solidFill>
                  <a:srgbClr val="FFFFFF"/>
                </a:solidFill>
              </a:rPr>
              <a:t>   研究顯示，KRAS突變在大腸癌中佔有重要地位，然而其抗藥性機制的複雜性限制了治療效果，未來需針對這些機制進行深入探討。  </a:t>
            </a:r>
            <a:endParaRPr lang="en-US" sz="1200" dirty="0"/>
          </a:p>
          <a:p>
            <a:pPr indent="0" marL="0">
              <a:lnSpc>
                <a:spcPct val="150000"/>
              </a:lnSpc>
              <a:buNone/>
            </a:pPr>
            <a:r>
              <a:rPr lang="en-US" sz="1200" dirty="0">
                <a:solidFill>
                  <a:srgbClr val="FFFFFF"/>
                </a:solidFill>
              </a:rPr>
              <a:t>   Studies indicate that KRAS mutations play a crucial role in colorectal cancer; however, the complexity of resistance mechanisms limits treatment efficacy, necessitating further exploration of these mechanisms.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**腸道微生物群的調節作用**  </a:t>
            </a:r>
            <a:endParaRPr lang="en-US" sz="1200" dirty="0"/>
          </a:p>
          <a:p>
            <a:pPr indent="0" marL="0">
              <a:lnSpc>
                <a:spcPct val="150000"/>
              </a:lnSpc>
              <a:buNone/>
            </a:pPr>
            <a:r>
              <a:rPr lang="en-US" sz="1200" dirty="0">
                <a:solidFill>
                  <a:srgbClr val="FFFFFF"/>
                </a:solidFill>
              </a:rPr>
              <a:t>   **Regulatory Role of Gut Microbiota**  </a:t>
            </a:r>
            <a:endParaRPr lang="en-US" sz="1200" dirty="0"/>
          </a:p>
          <a:p>
            <a:pPr indent="0" marL="0">
              <a:lnSpc>
                <a:spcPct val="150000"/>
              </a:lnSpc>
              <a:buNone/>
            </a:pPr>
            <a:r>
              <a:rPr lang="en-US" sz="1200" dirty="0">
                <a:solidFill>
                  <a:srgbClr val="FFFFFF"/>
                </a:solidFill>
              </a:rPr>
              <a:t>   新研究揭示，某些植物化合物能透過調節腸道微生物群來減輕炎症及腸道癌症的風險，這為未來的預防及治療策略提供了新的視角。  </a:t>
            </a:r>
            <a:endParaRPr lang="en-US" sz="1200" dirty="0"/>
          </a:p>
          <a:p>
            <a:pPr indent="0" marL="0">
              <a:lnSpc>
                <a:spcPct val="150000"/>
              </a:lnSpc>
              <a:buNone/>
            </a:pPr>
            <a:r>
              <a:rPr lang="en-US" sz="1200" dirty="0">
                <a:solidFill>
                  <a:srgbClr val="FFFFFF"/>
                </a:solidFill>
              </a:rPr>
              <a:t>   New studies reveal that certain phytochemicals can mitigate inflammation and colorectal cancer risk by modulating gut microbiota, providing a new perspective for future prevention and treatment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**系統性免疫炎症指數的預後價值**  </a:t>
            </a:r>
            <a:endParaRPr lang="en-US" sz="1200" dirty="0"/>
          </a:p>
          <a:p>
            <a:pPr indent="0" marL="0">
              <a:lnSpc>
                <a:spcPct val="150000"/>
              </a:lnSpc>
              <a:buNone/>
            </a:pPr>
            <a:r>
              <a:rPr lang="en-US" sz="1200" dirty="0">
                <a:solidFill>
                  <a:srgbClr val="FFFFFF"/>
                </a:solidFill>
              </a:rPr>
              <a:t>   **Prognostic Value of Systemic Immune-Inflammation Index**  </a:t>
            </a:r>
            <a:endParaRPr lang="en-US" sz="1200" dirty="0"/>
          </a:p>
          <a:p>
            <a:pPr indent="0" marL="0">
              <a:lnSpc>
                <a:spcPct val="150000"/>
              </a:lnSpc>
              <a:buNone/>
            </a:pPr>
            <a:r>
              <a:rPr lang="en-US" sz="1200" dirty="0">
                <a:solidFill>
                  <a:srgbClr val="FFFFFF"/>
                </a:solidFill>
              </a:rPr>
              <a:t>   系統性免疫炎症指數(SII)在大腸癌的預後中顯示出潛在的價值，這提示我們可以利用炎症標記來改善臨床預測模型。  </a:t>
            </a:r>
            <a:endParaRPr lang="en-US" sz="1200" dirty="0"/>
          </a:p>
          <a:p>
            <a:pPr indent="0" marL="0">
              <a:lnSpc>
                <a:spcPct val="150000"/>
              </a:lnSpc>
              <a:buNone/>
            </a:pPr>
            <a:r>
              <a:rPr lang="en-US" sz="1200" dirty="0">
                <a:solidFill>
                  <a:srgbClr val="FFFFFF"/>
                </a:solidFill>
              </a:rPr>
              <a:t>   The systemic immune-inflammation index (SII) shows potential prognostic value in colorectal cancer, suggesting that inflammatory markers could be utilized to enhance clinical predictive models.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**炎症性腸病患者的癌症風險認知**  </a:t>
            </a:r>
            <a:endParaRPr lang="en-US" sz="1200" dirty="0"/>
          </a:p>
          <a:p>
            <a:pPr indent="0" marL="0">
              <a:lnSpc>
                <a:spcPct val="150000"/>
              </a:lnSpc>
              <a:buNone/>
            </a:pPr>
            <a:r>
              <a:rPr lang="en-US" sz="1200" dirty="0">
                <a:solidFill>
                  <a:srgbClr val="FFFFFF"/>
                </a:solidFill>
              </a:rPr>
              <a:t>   **Awareness of Cancer Risk in Inflammatory Bowel Disease Patients**  </a:t>
            </a:r>
            <a:endParaRPr lang="en-US" sz="1200" dirty="0"/>
          </a:p>
          <a:p>
            <a:pPr indent="0" marL="0">
              <a:lnSpc>
                <a:spcPct val="150000"/>
              </a:lnSpc>
              <a:buNone/>
            </a:pPr>
            <a:r>
              <a:rPr lang="en-US" sz="1200" dirty="0">
                <a:solidFill>
                  <a:srgbClr val="FFFFFF"/>
                </a:solidFill>
              </a:rPr>
              <a:t>   對於炎症性腸病患者來說，對大腸癌風險及其管理的認知仍然不足，未來應加強患者教育及相關研究。  </a:t>
            </a:r>
            <a:endParaRPr lang="en-US" sz="1200" dirty="0"/>
          </a:p>
          <a:p>
            <a:pPr indent="0" marL="0">
              <a:lnSpc>
                <a:spcPct val="150000"/>
              </a:lnSpc>
              <a:buNone/>
            </a:pPr>
            <a:r>
              <a:rPr lang="en-US" sz="1200" dirty="0">
                <a:solidFill>
                  <a:srgbClr val="FFFFFF"/>
                </a:solidFill>
              </a:rPr>
              <a:t>   Awareness regarding cancer risk and management among inflammatory bowel disease patients remains inadequate, highlighting the need for enhanced patient education and related research in the future.</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**超熱腹腔化療的潛在益處**  </a:t>
            </a:r>
            <a:endParaRPr lang="en-US" sz="1200" dirty="0"/>
          </a:p>
          <a:p>
            <a:pPr indent="0" marL="0">
              <a:lnSpc>
                <a:spcPct val="150000"/>
              </a:lnSpc>
              <a:buNone/>
            </a:pPr>
            <a:r>
              <a:rPr lang="en-US" sz="1200" dirty="0">
                <a:solidFill>
                  <a:srgbClr val="FFFFFF"/>
                </a:solidFill>
              </a:rPr>
              <a:t>   **Potential Benefits of Hyperthermic Intraperitoneal Chemotherapy**  </a:t>
            </a:r>
            <a:endParaRPr lang="en-US" sz="1200" dirty="0"/>
          </a:p>
          <a:p>
            <a:pPr indent="0" marL="0">
              <a:lnSpc>
                <a:spcPct val="150000"/>
              </a:lnSpc>
              <a:buNone/>
            </a:pPr>
            <a:r>
              <a:rPr lang="en-US" sz="1200" dirty="0">
                <a:solidFill>
                  <a:srgbClr val="FFFFFF"/>
                </a:solidFill>
              </a:rPr>
              <a:t>   超熱腹腔化療在晚期大腸癌患者中的應用顯示出可能的療效，未來應進一步評估其在不同臨床背景下的效果。  </a:t>
            </a:r>
            <a:endParaRPr lang="en-US" sz="1200" dirty="0"/>
          </a:p>
          <a:p>
            <a:pPr indent="0" marL="0">
              <a:lnSpc>
                <a:spcPct val="150000"/>
              </a:lnSpc>
              <a:buNone/>
            </a:pPr>
            <a:r>
              <a:rPr lang="en-US" sz="1200" dirty="0">
                <a:solidFill>
                  <a:srgbClr val="FFFFFF"/>
                </a:solidFill>
              </a:rPr>
              <a:t>   The application of hyperthermic intraperitoneal chemotherapy in patients with advanced colorectal cancer shows potential efficacy, warranting further evaluation of its effects in different clinical contexts.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**深入研究KRAS抗藥性機制**  </a:t>
            </a:r>
            <a:endParaRPr lang="en-US" sz="1200" dirty="0"/>
          </a:p>
          <a:p>
            <a:pPr indent="0" marL="0">
              <a:lnSpc>
                <a:spcPct val="150000"/>
              </a:lnSpc>
              <a:buNone/>
            </a:pPr>
            <a:r>
              <a:rPr lang="en-US" sz="1200" dirty="0">
                <a:solidFill>
                  <a:srgbClr val="FFFFFF"/>
                </a:solidFill>
              </a:rPr>
              <a:t>   **In-depth Investigation of KRAS Resistance Mechanisms**  </a:t>
            </a:r>
            <a:endParaRPr lang="en-US" sz="1200" dirty="0"/>
          </a:p>
          <a:p>
            <a:pPr indent="0" marL="0">
              <a:lnSpc>
                <a:spcPct val="150000"/>
              </a:lnSpc>
              <a:buNone/>
            </a:pPr>
            <a:r>
              <a:rPr lang="en-US" sz="1200" dirty="0">
                <a:solidFill>
                  <a:srgbClr val="FFFFFF"/>
                </a:solidFill>
              </a:rPr>
              <a:t>   未來的研究應聚焦於KRAS抑制劑的抗藥性機制，特別是基因和非基因因素的交互作用，以開發更有效的治療策略。  </a:t>
            </a:r>
            <a:endParaRPr lang="en-US" sz="1200" dirty="0"/>
          </a:p>
          <a:p>
            <a:pPr indent="0" marL="0">
              <a:lnSpc>
                <a:spcPct val="150000"/>
              </a:lnSpc>
              <a:buNone/>
            </a:pPr>
            <a:r>
              <a:rPr lang="en-US" sz="1200" dirty="0">
                <a:solidFill>
                  <a:srgbClr val="FFFFFF"/>
                </a:solidFill>
              </a:rPr>
              <a:t>   Future research should focus on the mechanisms of resistance to KRAS inhibitors, particularly the interplay between genetic and non-genetic factors, to develop more effective treatment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**植物化合物的臨床應用研究**  </a:t>
            </a:r>
            <a:endParaRPr lang="en-US" sz="1200" dirty="0"/>
          </a:p>
          <a:p>
            <a:pPr indent="0" marL="0">
              <a:lnSpc>
                <a:spcPct val="150000"/>
              </a:lnSpc>
              <a:buNone/>
            </a:pPr>
            <a:r>
              <a:rPr lang="en-US" sz="1200" dirty="0">
                <a:solidFill>
                  <a:srgbClr val="FFFFFF"/>
                </a:solidFill>
              </a:rPr>
              <a:t>   **Clinical Application Studies of Phytochemicals**  </a:t>
            </a:r>
            <a:endParaRPr lang="en-US" sz="1200" dirty="0"/>
          </a:p>
          <a:p>
            <a:pPr indent="0" marL="0">
              <a:lnSpc>
                <a:spcPct val="150000"/>
              </a:lnSpc>
              <a:buNone/>
            </a:pPr>
            <a:r>
              <a:rPr lang="en-US" sz="1200" dirty="0">
                <a:solidFill>
                  <a:srgbClr val="FFFFFF"/>
                </a:solidFill>
              </a:rPr>
              <a:t>   針對具有抗炎及抗腫瘤特性的植物化合物，應進行臨床試驗，以評估其在大腸癌預防和治療中的潛力。  </a:t>
            </a:r>
            <a:endParaRPr lang="en-US" sz="1200" dirty="0"/>
          </a:p>
          <a:p>
            <a:pPr indent="0" marL="0">
              <a:lnSpc>
                <a:spcPct val="150000"/>
              </a:lnSpc>
              <a:buNone/>
            </a:pPr>
            <a:r>
              <a:rPr lang="en-US" sz="1200" dirty="0">
                <a:solidFill>
                  <a:srgbClr val="FFFFFF"/>
                </a:solidFill>
              </a:rPr>
              <a:t>   Clinical trials should be conducted on phytochemicals with anti-inflammatory and anti-tumor properties to assess their potential in the prevention and treatment of colorectal cancer.</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**炎症標記的整合應用**  </a:t>
            </a:r>
            <a:endParaRPr lang="en-US" sz="1200" dirty="0"/>
          </a:p>
          <a:p>
            <a:pPr indent="0" marL="0">
              <a:lnSpc>
                <a:spcPct val="150000"/>
              </a:lnSpc>
              <a:buNone/>
            </a:pPr>
            <a:r>
              <a:rPr lang="en-US" sz="1200" dirty="0">
                <a:solidFill>
                  <a:srgbClr val="FFFFFF"/>
                </a:solidFill>
              </a:rPr>
              <a:t>   **Integrated Application of Inflammatory Markers**  </a:t>
            </a:r>
            <a:endParaRPr lang="en-US" sz="1200" dirty="0"/>
          </a:p>
          <a:p>
            <a:pPr indent="0" marL="0">
              <a:lnSpc>
                <a:spcPct val="150000"/>
              </a:lnSpc>
              <a:buNone/>
            </a:pPr>
            <a:r>
              <a:rPr lang="en-US" sz="1200" dirty="0">
                <a:solidFill>
                  <a:srgbClr val="FFFFFF"/>
                </a:solidFill>
              </a:rPr>
              <a:t>   研究應探索如何整合多種炎症標記，以提高大腸癌的預後預測準確性，並指導個體化治療。  </a:t>
            </a:r>
            <a:endParaRPr lang="en-US" sz="1200" dirty="0"/>
          </a:p>
          <a:p>
            <a:pPr indent="0" marL="0">
              <a:lnSpc>
                <a:spcPct val="150000"/>
              </a:lnSpc>
              <a:buNone/>
            </a:pPr>
            <a:r>
              <a:rPr lang="en-US" sz="1200" dirty="0">
                <a:solidFill>
                  <a:srgbClr val="FFFFFF"/>
                </a:solidFill>
              </a:rPr>
              <a:t>   Research should explore how to integrate multiple inflammatory markers to enhance the accuracy of prognostic predictions in colorectal cancer and guide personalized treatment.</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**患者教育與風險管理策略**  </a:t>
            </a:r>
            <a:endParaRPr lang="en-US" sz="1200" dirty="0"/>
          </a:p>
          <a:p>
            <a:pPr indent="0" marL="0">
              <a:lnSpc>
                <a:spcPct val="150000"/>
              </a:lnSpc>
              <a:buNone/>
            </a:pPr>
            <a:r>
              <a:rPr lang="en-US" sz="1200" dirty="0">
                <a:solidFill>
                  <a:srgbClr val="FFFFFF"/>
                </a:solidFill>
              </a:rPr>
              <a:t>   **Patient Education and Risk Management Strategies**  </a:t>
            </a:r>
            <a:endParaRPr lang="en-US" sz="1200" dirty="0"/>
          </a:p>
          <a:p>
            <a:pPr indent="0" marL="0">
              <a:lnSpc>
                <a:spcPct val="150000"/>
              </a:lnSpc>
              <a:buNone/>
            </a:pPr>
            <a:r>
              <a:rPr lang="en-US" sz="1200" dirty="0">
                <a:solidFill>
                  <a:srgbClr val="FFFFFF"/>
                </a:solidFill>
              </a:rPr>
              <a:t>   需要開發針對炎症性腸病患者的教育計劃，以提高他們對大腸癌風險的認知，並改善其管理策略。  </a:t>
            </a:r>
            <a:endParaRPr lang="en-US" sz="1200" dirty="0"/>
          </a:p>
          <a:p>
            <a:pPr indent="0" marL="0">
              <a:lnSpc>
                <a:spcPct val="150000"/>
              </a:lnSpc>
              <a:buNone/>
            </a:pPr>
            <a:r>
              <a:rPr lang="en-US" sz="1200" dirty="0">
                <a:solidFill>
                  <a:srgbClr val="FFFFFF"/>
                </a:solidFill>
              </a:rPr>
              <a:t>   There is a need to develop educational programs for inflammatory bowel disease patients to enhance their awareness of colorectal cancer risk and improve management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**超熱腹腔化療的長期效果研究**  </a:t>
            </a:r>
            <a:endParaRPr lang="en-US" sz="1200" dirty="0"/>
          </a:p>
          <a:p>
            <a:pPr indent="0" marL="0">
              <a:lnSpc>
                <a:spcPct val="150000"/>
              </a:lnSpc>
              <a:buNone/>
            </a:pPr>
            <a:r>
              <a:rPr lang="en-US" sz="1200" dirty="0">
                <a:solidFill>
                  <a:srgbClr val="FFFFFF"/>
                </a:solidFill>
              </a:rPr>
              <a:t>   **Long-term Effect Studies of Hyperthermic Intraperitoneal Chemotherapy**  </a:t>
            </a:r>
            <a:endParaRPr lang="en-US" sz="1200" dirty="0"/>
          </a:p>
          <a:p>
            <a:pPr indent="0" marL="0">
              <a:lnSpc>
                <a:spcPct val="150000"/>
              </a:lnSpc>
              <a:buNone/>
            </a:pPr>
            <a:r>
              <a:rPr lang="en-US" sz="1200" dirty="0">
                <a:solidFill>
                  <a:srgbClr val="FFFFFF"/>
                </a:solidFill>
              </a:rPr>
              <a:t>   應進行長期隨訪研究，以評估超熱腹腔化療在不同階段大腸癌患者中的持久效果和安全性。  </a:t>
            </a:r>
            <a:endParaRPr lang="en-US" sz="1200" dirty="0"/>
          </a:p>
          <a:p>
            <a:pPr indent="0" marL="0">
              <a:lnSpc>
                <a:spcPct val="150000"/>
              </a:lnSpc>
              <a:buNone/>
            </a:pPr>
            <a:r>
              <a:rPr lang="en-US" sz="1200" dirty="0">
                <a:solidFill>
                  <a:srgbClr val="FFFFFF"/>
                </a:solidFill>
              </a:rPr>
              <a:t>   Long-term follow-up studies should be conducted to assess the enduring effects and safety of hyperthermic intraperitoneal chemotherapy in patients with colorectal cancer at various stages.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2026-07-20T04:36:25Z</dcterms:created>
  <dcterms:modified xsi:type="dcterms:W3CDTF">2026-07-20T04:36:25Z</dcterms:modified>
</cp:coreProperties>
</file>