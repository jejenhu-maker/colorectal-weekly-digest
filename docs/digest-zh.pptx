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38/s41467-026-74073-1" TargetMode="External"/><Relationship Id="rId2" Type="http://schemas.openxmlformats.org/officeDocument/2006/relationships/hyperlink" Target="https://doi.org/10.1038/s41467-026-74073-1"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88/1748-605X/ae6ea8" TargetMode="External"/><Relationship Id="rId2" Type="http://schemas.openxmlformats.org/officeDocument/2006/relationships/hyperlink" Target="https://doi.org/10.1088/1748-605X/ae6ea8"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245/s10434-025-17363-0" TargetMode="External"/><Relationship Id="rId2" Type="http://schemas.openxmlformats.org/officeDocument/2006/relationships/hyperlink" Target="https://doi.org/10.1245/s10434-025-17363-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97/SLA.0000000000006625" TargetMode="External"/><Relationship Id="rId2" Type="http://schemas.openxmlformats.org/officeDocument/2006/relationships/hyperlink" Target="https://doi.org/10.1097/SLA.0000000000006625"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ejca.2026.116705" TargetMode="External"/><Relationship Id="rId2" Type="http://schemas.openxmlformats.org/officeDocument/2006/relationships/hyperlink" Target="https://doi.org/10.1016/j.ejca.2026.11670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80/19490976.2026.2681818" TargetMode="External"/><Relationship Id="rId2" Type="http://schemas.openxmlformats.org/officeDocument/2006/relationships/hyperlink" Target="https://doi.org/10.1080/19490976.2026.268181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2026-06-01 — 2026-06-08</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Targeting fibroblast TXNDC5 resolves tumor desmoplasia and PD-1 resistance in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Mucoadhesive patch based on chitosan hydrogel loaded with anticancer agent as th…</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Consensus Guideline for the Management of Colorectal Cancer with Peritoneal Meta…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Life After Pelvic Exenteration for Rectal Cancer: The Patient and Carer Perspect…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Colon cancer with a peritumoural abscess: Real-world evidence on prognostic and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Genetic variants of the transporter SLC22A4 affect the abundance and survival of…</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研究比較兩種治療方式</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細胞減少手術加HIPEC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結果顯示無生存益處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聚焦轉移性大腸癌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對未來治療策略的影響</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Targeting fibroblast TXNDC5 resolves tumor desmoplasia and PD-1 resistance in colorectal cancer with mesenchymal traits.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TXNDC5 調控免疫抑制環境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增強纖維母細胞 TGFβ 信號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特異性 Txndc5 刪除降低腫瘤硬度</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增加細胞毒性 T 細胞招募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提高對 PD-1 阻斷療法的敏感性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Cheng Kai-Lin, Chen Chih-I, Yu Shu-Han et al.. Nature communications. 2026-06-05 DOI: 10.1038/s41467-026-74073-1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 加重大腸炎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活化與癌症相關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研究提供新療法策略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Mucoadhesive patch based on chitosan hydrogel loaded with anticancer agent as the promising nursing care and therapy for digestive tract cancers.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Biomedical materials (Bristol, England)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黏附性藥物傳遞系統增強藥物保留。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以DOX-PLGA NPs載入的幾丁糖水凝膠。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pH響應性藥物釋放以達成靶向治療。</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Meng Wei, Cheng Hui, Cao Yehua. Biomedical materials (Bristol, England). 2026-06-04 DOI: 10.1088/1748-605X/ae6ea8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在CRC臨床應用潛力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Consensus Guideline for the Management of Colorectal Cancer with Peritoneal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oncology  ·  IF 3.8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腹膜是CRC轉移的常見部位。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更新2018年芝加哥共識指導方針。</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管理路徑達成高度共識。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建議早期轉診至PSM中心。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對ctDNA檢測的建議較弱。</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Schultz Kurt S, Bansal Varun V, Wach Michael M et al.. Annals of surgical oncology. 2026-05-19 DOI: 10.1245/s10434-025-17363-0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需要改善病人教育策略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IBD患者定期篩檢的重要性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 After Pelvic Exenteration for Rectal Cancer: The Patient and Carer Perspective on Long-term Consequences and Survivorship.</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surgery  ·  IF 9.4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大腸癌的Pelvic exenteration是標準治療。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長期存活者面臨重大挑戰。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參與者接受手術後果以求生存。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Brown Kilian G M, White Kate, Solomon Michael J et al.. Annals of surgery. 2026-05-12 DOI: 10.1097/SLA.0000000000006625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Colon cancer with a peritumoural abscess: Real-world evidence on prognostic and therapeutic implications of a disregarded entity.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cancer (Oxford, England : 1990)  ·  IF 8.4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CCPA 在患者中診斷率為2.7%</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局部復發率較高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BTS 方法併發症最多</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急性切除與腹膜轉移相關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未來需優化治療策略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Rademaker Eva, van der Woude Jannes M, van den Berg Rudolf et al.. European journal of cancer (Oxford, England : 1990). 2026-05-21 DOI: 10.1016/j.ejca.2026.116705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Genetic variants of the transporter SLC22A4 affect the abundance and survival of Fusobacterium nucleatum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microbes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SLC22A4 變異影響 F. nucleatum 水準。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腫瘤中 F. nucleatum/E. coli 比例較高。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503F 變異影響炎症反應。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基因因素塑造腫瘤微生物群。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癌細胞中先天免疫減弱。</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Chouaibi Samah, Fertitta Veronica, Porreca Silvia et al.. Gut microbes. 2026-06-05 DOI: 10.1080/19490976.2026.2681818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**新療法的潛力**  </a:t>
            </a:r>
            <a:endParaRPr lang="en-US" sz="1200" dirty="0"/>
          </a:p>
          <a:p>
            <a:pPr indent="0" marL="0">
              <a:lnSpc>
                <a:spcPct val="150000"/>
              </a:lnSpc>
              <a:buNone/>
            </a:pPr>
            <a:r>
              <a:rPr lang="en-US" sz="1200" dirty="0">
                <a:solidFill>
                  <a:srgbClr val="FFFFFF"/>
                </a:solidFill>
              </a:rPr>
              <a:t>   The integration of novel therapeutic strategies, such as targeting TXNDC5 and utilizing mucoadhesive drug delivery systems, shows promise in overcoming treatment resistance in colorectal cancer.  </a:t>
            </a:r>
            <a:endParaRPr lang="en-US" sz="1200" dirty="0"/>
          </a:p>
          <a:p>
            <a:pPr indent="0" marL="0">
              <a:lnSpc>
                <a:spcPct val="150000"/>
              </a:lnSpc>
              <a:buNone/>
            </a:pPr>
            <a:r>
              <a:rPr lang="en-US" sz="1200" dirty="0">
                <a:solidFill>
                  <a:srgbClr val="FFFFFF"/>
                </a:solidFill>
              </a:rPr>
              <a:t>   新的治療策略，如針對TXNDC5和使用黏附性藥物傳遞系統，顯示出克服結直腸癌治療抵抗的潛力。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**預後指標的價值**  </a:t>
            </a:r>
            <a:endParaRPr lang="en-US" sz="1200" dirty="0"/>
          </a:p>
          <a:p>
            <a:pPr indent="0" marL="0">
              <a:lnSpc>
                <a:spcPct val="150000"/>
              </a:lnSpc>
              <a:buNone/>
            </a:pPr>
            <a:r>
              <a:rPr lang="en-US" sz="1200" dirty="0">
                <a:solidFill>
                  <a:srgbClr val="FFFFFF"/>
                </a:solidFill>
              </a:rPr>
              <a:t>   The systemic immune-inflammation index (SII) has emerged as a significant prognostic biomarker, potentially guiding treatment decisions in colorectal cancer management.  </a:t>
            </a:r>
            <a:endParaRPr lang="en-US" sz="1200" dirty="0"/>
          </a:p>
          <a:p>
            <a:pPr indent="0" marL="0">
              <a:lnSpc>
                <a:spcPct val="150000"/>
              </a:lnSpc>
              <a:buNone/>
            </a:pPr>
            <a:r>
              <a:rPr lang="en-US" sz="1200" dirty="0">
                <a:solidFill>
                  <a:srgbClr val="FFFFFF"/>
                </a:solidFill>
              </a:rPr>
              <a:t>   系統免疫-炎症指數(SII)已成為重要的預後生物標誌物，可能指導結直腸癌的治療決策。</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**炎症與癌症的關聯**  </a:t>
            </a:r>
            <a:endParaRPr lang="en-US" sz="1200" dirty="0"/>
          </a:p>
          <a:p>
            <a:pPr indent="0" marL="0">
              <a:lnSpc>
                <a:spcPct val="150000"/>
              </a:lnSpc>
              <a:buNone/>
            </a:pPr>
            <a:r>
              <a:rPr lang="en-US" sz="1200" dirty="0">
                <a:solidFill>
                  <a:srgbClr val="FFFFFF"/>
                </a:solidFill>
              </a:rPr>
              <a:t>   The studies highlight the critical role of inflammation in colorectal carcinogenesis, emphasizing the need for targeted therapies to mitigate inflammation-driven cancer progression.  </a:t>
            </a:r>
            <a:endParaRPr lang="en-US" sz="1200" dirty="0"/>
          </a:p>
          <a:p>
            <a:pPr indent="0" marL="0">
              <a:lnSpc>
                <a:spcPct val="150000"/>
              </a:lnSpc>
              <a:buNone/>
            </a:pPr>
            <a:r>
              <a:rPr lang="en-US" sz="1200" dirty="0">
                <a:solidFill>
                  <a:srgbClr val="FFFFFF"/>
                </a:solidFill>
              </a:rPr>
              <a:t>   這些研究突顯了炎症在結直腸癌發生中的關鍵角色，強調需要針對性治療來減輕炎症驅動的癌症進展。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**患者視角的重要性**  </a:t>
            </a:r>
            <a:endParaRPr lang="en-US" sz="1200" dirty="0"/>
          </a:p>
          <a:p>
            <a:pPr indent="0" marL="0">
              <a:lnSpc>
                <a:spcPct val="150000"/>
              </a:lnSpc>
              <a:buNone/>
            </a:pPr>
            <a:r>
              <a:rPr lang="en-US" sz="1200" dirty="0">
                <a:solidFill>
                  <a:srgbClr val="FFFFFF"/>
                </a:solidFill>
              </a:rPr>
              <a:t>   Understanding the long-term consequences of treatments such as pelvic exenteration from the patient's and caregiver's perspectives is essential for improving survivorship care.  </a:t>
            </a:r>
            <a:endParaRPr lang="en-US" sz="1200" dirty="0"/>
          </a:p>
          <a:p>
            <a:pPr indent="0" marL="0">
              <a:lnSpc>
                <a:spcPct val="150000"/>
              </a:lnSpc>
              <a:buNone/>
            </a:pPr>
            <a:r>
              <a:rPr lang="en-US" sz="1200" dirty="0">
                <a:solidFill>
                  <a:srgbClr val="FFFFFF"/>
                </a:solidFill>
              </a:rPr>
              <a:t>   從患者和護理者的角度了解如骨盆切除術等治療的長期後果對改善生存照護至關重要。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**微生物組的影響**  </a:t>
            </a:r>
            <a:endParaRPr lang="en-US" sz="1200" dirty="0"/>
          </a:p>
          <a:p>
            <a:pPr indent="0" marL="0">
              <a:lnSpc>
                <a:spcPct val="150000"/>
              </a:lnSpc>
              <a:buNone/>
            </a:pPr>
            <a:r>
              <a:rPr lang="en-US" sz="1200" dirty="0">
                <a:solidFill>
                  <a:srgbClr val="FFFFFF"/>
                </a:solidFill>
              </a:rPr>
              <a:t>   The interaction between genetic variants and the intestinal microbiota, particularly Fusobacterium nucleatum, underscores the complexity of colorectal cancer development and potential therapeutic targets.  </a:t>
            </a:r>
            <a:endParaRPr lang="en-US" sz="1200" dirty="0"/>
          </a:p>
          <a:p>
            <a:pPr indent="0" marL="0">
              <a:lnSpc>
                <a:spcPct val="150000"/>
              </a:lnSpc>
              <a:buNone/>
            </a:pPr>
            <a:r>
              <a:rPr lang="en-US" sz="1200" dirty="0">
                <a:solidFill>
                  <a:srgbClr val="FFFFFF"/>
                </a:solidFill>
              </a:rPr>
              <a:t>   基因變異與腸道微生物組之間的相互作用，特別是Fusobacterium nucleatum，突顯了結直腸癌發展的複雜性及潛在的治療靶點。</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**針對TXNDC5的臨床試驗**  </a:t>
            </a:r>
            <a:endParaRPr lang="en-US" sz="1200" dirty="0"/>
          </a:p>
          <a:p>
            <a:pPr indent="0" marL="0">
              <a:lnSpc>
                <a:spcPct val="150000"/>
              </a:lnSpc>
              <a:buNone/>
            </a:pPr>
            <a:r>
              <a:rPr lang="en-US" sz="1200" dirty="0">
                <a:solidFill>
                  <a:srgbClr val="FFFFFF"/>
                </a:solidFill>
              </a:rPr>
              <a:t>   Future clinical trials should focus on the efficacy of TXNDC5 inhibitors in mesenchymal-type colorectal cancer to validate their therapeutic potential.  </a:t>
            </a:r>
            <a:endParaRPr lang="en-US" sz="1200" dirty="0"/>
          </a:p>
          <a:p>
            <a:pPr indent="0" marL="0">
              <a:lnSpc>
                <a:spcPct val="150000"/>
              </a:lnSpc>
              <a:buNone/>
            </a:pPr>
            <a:r>
              <a:rPr lang="en-US" sz="1200" dirty="0">
                <a:solidFill>
                  <a:srgbClr val="FFFFFF"/>
                </a:solidFill>
              </a:rPr>
              <a:t>   未來的臨床試驗應專注於TXNDC5抑制劑在間質型結直腸癌中的療效，以驗證其治療潛力。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**炎症指標的應用**  </a:t>
            </a:r>
            <a:endParaRPr lang="en-US" sz="1200" dirty="0"/>
          </a:p>
          <a:p>
            <a:pPr indent="0" marL="0">
              <a:lnSpc>
                <a:spcPct val="150000"/>
              </a:lnSpc>
              <a:buNone/>
            </a:pPr>
            <a:r>
              <a:rPr lang="en-US" sz="1200" dirty="0">
                <a:solidFill>
                  <a:srgbClr val="FFFFFF"/>
                </a:solidFill>
              </a:rPr>
              <a:t>   Further research is needed to explore the application of systemic immune-inflammation index (SII) in diverse patient populations and its impact on treatment outcomes.  </a:t>
            </a:r>
            <a:endParaRPr lang="en-US" sz="1200" dirty="0"/>
          </a:p>
          <a:p>
            <a:pPr indent="0" marL="0">
              <a:lnSpc>
                <a:spcPct val="150000"/>
              </a:lnSpc>
              <a:buNone/>
            </a:pPr>
            <a:r>
              <a:rPr lang="en-US" sz="1200" dirty="0">
                <a:solidFill>
                  <a:srgbClr val="FFFFFF"/>
                </a:solidFill>
              </a:rPr>
              <a:t>   需要進一步研究系統免疫-炎症指數(SII)在不同患者群體中的應用及其對治療結果的影響。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**微生物組與治療反應**  </a:t>
            </a:r>
            <a:endParaRPr lang="en-US" sz="1200" dirty="0"/>
          </a:p>
          <a:p>
            <a:pPr indent="0" marL="0">
              <a:lnSpc>
                <a:spcPct val="150000"/>
              </a:lnSpc>
              <a:buNone/>
            </a:pPr>
            <a:r>
              <a:rPr lang="en-US" sz="1200" dirty="0">
                <a:solidFill>
                  <a:srgbClr val="FFFFFF"/>
                </a:solidFill>
              </a:rPr>
              <a:t>   Investigating the role of gut microbiota in modulating responses to immunotherapy and chemotherapy could reveal new avenues for enhancing treatment efficacy.  </a:t>
            </a:r>
            <a:endParaRPr lang="en-US" sz="1200" dirty="0"/>
          </a:p>
          <a:p>
            <a:pPr indent="0" marL="0">
              <a:lnSpc>
                <a:spcPct val="150000"/>
              </a:lnSpc>
              <a:buNone/>
            </a:pPr>
            <a:r>
              <a:rPr lang="en-US" sz="1200" dirty="0">
                <a:solidFill>
                  <a:srgbClr val="FFFFFF"/>
                </a:solidFill>
              </a:rPr>
              <a:t>   研究腸道微生物組在調節免疫療法和化療反應中的作用，可能會揭示增強治療效果的新途徑。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**患者經驗的深入研究**  </a:t>
            </a:r>
            <a:endParaRPr lang="en-US" sz="1200" dirty="0"/>
          </a:p>
          <a:p>
            <a:pPr indent="0" marL="0">
              <a:lnSpc>
                <a:spcPct val="150000"/>
              </a:lnSpc>
              <a:buNone/>
            </a:pPr>
            <a:r>
              <a:rPr lang="en-US" sz="1200" dirty="0">
                <a:solidFill>
                  <a:srgbClr val="FFFFFF"/>
                </a:solidFill>
              </a:rPr>
              <a:t>   More qualitative studies are required to capture the lived experiences of patients undergoing major surgical interventions, informing better supportive care strategies.  </a:t>
            </a:r>
            <a:endParaRPr lang="en-US" sz="1200" dirty="0"/>
          </a:p>
          <a:p>
            <a:pPr indent="0" marL="0">
              <a:lnSpc>
                <a:spcPct val="150000"/>
              </a:lnSpc>
              <a:buNone/>
            </a:pPr>
            <a:r>
              <a:rPr lang="en-US" sz="1200" dirty="0">
                <a:solidFill>
                  <a:srgbClr val="FFFFFF"/>
                </a:solidFill>
              </a:rPr>
              <a:t>   需要更多質性研究來捕捉接受重大外科手術的患者的生活經驗，以便制定更好的支持性護理策略。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**炎症與癌症進展的機制**  </a:t>
            </a:r>
            <a:endParaRPr lang="en-US" sz="1200" dirty="0"/>
          </a:p>
          <a:p>
            <a:pPr indent="0" marL="0">
              <a:lnSpc>
                <a:spcPct val="150000"/>
              </a:lnSpc>
              <a:buNone/>
            </a:pPr>
            <a:r>
              <a:rPr lang="en-US" sz="1200" dirty="0">
                <a:solidFill>
                  <a:srgbClr val="FFFFFF"/>
                </a:solidFill>
              </a:rPr>
              <a:t>   Elucidating the mechanisms by which inflammation contributes to colorectal cancer progression will be crucial for developing targeted anti-inflammatory therapies.  </a:t>
            </a:r>
            <a:endParaRPr lang="en-US" sz="1200" dirty="0"/>
          </a:p>
          <a:p>
            <a:pPr indent="0" marL="0">
              <a:lnSpc>
                <a:spcPct val="150000"/>
              </a:lnSpc>
              <a:buNone/>
            </a:pPr>
            <a:r>
              <a:rPr lang="en-US" sz="1200" dirty="0">
                <a:solidFill>
                  <a:srgbClr val="FFFFFF"/>
                </a:solidFill>
              </a:rPr>
              <a:t>   揭示炎症如何促進結直腸癌進展的機制對於開發針對性抗炎療法至關重要。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2026-06-08T01:53:12Z</dcterms:created>
  <dcterms:modified xsi:type="dcterms:W3CDTF">2026-06-08T01:53:12Z</dcterms:modified>
</cp:coreProperties>
</file>