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11/cas.70448" TargetMode="External"/><Relationship Id="rId2" Type="http://schemas.openxmlformats.org/officeDocument/2006/relationships/hyperlink" Target="https://doi.org/10.1111/cas.70448"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07/s00535-026-02463-9" TargetMode="External"/><Relationship Id="rId2" Type="http://schemas.openxmlformats.org/officeDocument/2006/relationships/hyperlink" Target="https://doi.org/10.1007/s00535-026-02463-9"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07/s10620-026-10048-y" TargetMode="External"/><Relationship Id="rId2" Type="http://schemas.openxmlformats.org/officeDocument/2006/relationships/hyperlink" Target="https://doi.org/10.1007/s10620-026-10048-y"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186/s13287-026-05124-z" TargetMode="External"/><Relationship Id="rId2" Type="http://schemas.openxmlformats.org/officeDocument/2006/relationships/hyperlink" Target="https://doi.org/10.1186/s13287-026-05124-z"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ctarc.2026.101299" TargetMode="External"/><Relationship Id="rId2" Type="http://schemas.openxmlformats.org/officeDocument/2006/relationships/hyperlink" Target="https://doi.org/10.1016/j.ctarc.2026.10129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16/j.bbrc.2026.153771" TargetMode="External"/><Relationship Id="rId2" Type="http://schemas.openxmlformats.org/officeDocument/2006/relationships/hyperlink" Target="https://doi.org/10.1016/j.bbrc.2026.153771"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2026-06-22 — 2026-06-29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Microbiome-Driven Carcinogenesis and Circulating Microbial Signals in Genitourin…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Stage-associated remodeling of CD169 macrophage states is linked to immune regul…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Integrative Transcriptomic and Proteomic Profiling Identifies S100P as a Potenti…</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Stem cell-based tactics in the remodeling and treatment of intestinal diseases.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microbiome-epigenome axis: Regulation of host genome function across develop…</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Environmental enrichment suppresses colorectal cancer progression with comorbid …</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ORCHESTRA 試驗評估減瘤手術</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針對轉移性大腸癌患者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結果顯示生存益處有限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Microbiome-Driven Carcinogenesis and Circulating Microbial Signals in Genitourinary Cancers.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science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微生物組影響泌尿系癌症。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腸道微生物影響腫瘤啟動與免疫。</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循環微生物信號與ICI結果相關。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Kawashima Atsunari, Jingushi Kentaro, Saito Takuro et al.. Cancer science. 2026-06-23 DOI: 10.1111/cas.70448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Stage-associated remodeling of CD169 macrophage states is linked to immune regulation in colitis-associated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gastroenterology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CD169 巨噬細胞具階段特異性角色。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CD169-low 巨噬細胞具促炎特性。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CD169-mid/high 巨噬細胞具免疫抑制性。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去除 CD169 可減少腫瘤生長。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 CD169 可能改善療法。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Xia Yuan, Liu Yu, Peng Ai et al.. Journal of gastroenterology. 2026-06-24 DOI: 10.1007/s00535-026-02463-9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Integrative Transcriptomic and Proteomic Profiling Identifies S100P as a Potential Functional Biomarker for Sessile Serrated Lesions.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Digestive diseases and sciences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S100P被確認為潛在生物標記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216個基因在SSL中上調</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功能測試證實S100P的重要性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Yeh Jen-Hao, Chen Chia-Chi, Chen Chih-I et al.. Digestive diseases and sciences. 2026-06-22 DOI: 10.1007/s10620-026-10048-y</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高溫腹腔化療（HIPEC）效果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晚期大腸癌治療選擇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患者結果與存活率分析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提升治療策略的潛力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系統性免疫炎症指數(SII)評估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大腸癌預後意義</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現有研究的綜合分析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SII與患者結果相關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臨床應用潛在生物標記</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對大腸癌風險認知不足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需要改善病人教育策略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IBD患者定期篩檢的重要性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Stem cell-based tactics in the remodeling and treatment of intestinal diseases.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Stem cell research &amp; therapy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腸道疾病造成全球經濟負擔。</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幹細胞有助於恢復腸免疫平衡。</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hPSCs及類器官用於疾病重塑。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MSCs及微囊泡治療腸道疾病。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挑戰包括倫理、異質性及標準化。</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Ren Yanian, Zhang Shanshan, Wang Jiageng et al.. Stem cell research &amp; therapy. 2026-06-23 DOI: 10.1186/s13287-026-05124-z</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microbiome-epigenome axis: Regulation of host genome function across development and disease.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treatment and research communications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腸道微生物影響基因表達。</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微生物代謝物調節表觀遺傳信號。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菌群失調與多種疾病相關。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Abuhassan Qamar, Atoom Ali M, Ganesan Subbulakshmi et al.. Cancer treatment and research communications. 2026-06-27 DOI: 10.1016/j.ctarc.2026.101299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Environmental enrichment suppresses colorectal cancer progression with comorbid depression by modulating the immunosuppressive tumor microenvironment.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Biochemical and biophysical research communications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環境豐富化減少腫瘤生長。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抑鬱加重CRC治療效果。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EE改善CRC免疫反應。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CUMS加速腫瘤進展及死亡率。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EE增強CD8+T細胞浸潤。</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Song Jia, Zhao Liming, Zhou Shengwen et al.. Biochemical and biophysical research communications. 2026-05-09 DOI: 10.1016/j.bbrc.2026.153771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**微生物組與癌症的關聯性**  </a:t>
            </a:r>
            <a:endParaRPr lang="en-US" sz="1200" dirty="0"/>
          </a:p>
          <a:p>
            <a:pPr indent="0" marL="0">
              <a:lnSpc>
                <a:spcPct val="150000"/>
              </a:lnSpc>
              <a:buNone/>
            </a:pPr>
            <a:r>
              <a:rPr lang="en-US" sz="1200" dirty="0">
                <a:solidFill>
                  <a:srgbClr val="FFFFFF"/>
                </a:solidFill>
              </a:rPr>
              <a:t>   The gut microbiome plays a critical role in carcinogenesis and immune regulation, highlighting its potential as a therapeutic target in colorectal cancer and other malignancies.  </a:t>
            </a:r>
            <a:endParaRPr lang="en-US" sz="1200" dirty="0"/>
          </a:p>
          <a:p>
            <a:pPr indent="0" marL="0">
              <a:lnSpc>
                <a:spcPct val="150000"/>
              </a:lnSpc>
              <a:buNone/>
            </a:pPr>
            <a:r>
              <a:rPr lang="en-US" sz="1200" dirty="0">
                <a:solidFill>
                  <a:srgbClr val="FFFFFF"/>
                </a:solidFill>
              </a:rPr>
              <a:t>   微生物組在癌症發生和免疫調節中扮演關鍵角色，突顯其在結直腸癌及其他惡性腫瘤治療中的潛在療效。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**免疫炎症指數的預後價值**  </a:t>
            </a:r>
            <a:endParaRPr lang="en-US" sz="1200" dirty="0"/>
          </a:p>
          <a:p>
            <a:pPr indent="0" marL="0">
              <a:lnSpc>
                <a:spcPct val="150000"/>
              </a:lnSpc>
              <a:buNone/>
            </a:pPr>
            <a:r>
              <a:rPr lang="en-US" sz="1200" dirty="0">
                <a:solidFill>
                  <a:srgbClr val="FFFFFF"/>
                </a:solidFill>
              </a:rPr>
              <a:t>   The systemic immune-inflammation index (SII) has emerged as a significant prognostic biomarker for colorectal cancer, indicating the importance of immune status in cancer outcomes.  </a:t>
            </a:r>
            <a:endParaRPr lang="en-US" sz="1200" dirty="0"/>
          </a:p>
          <a:p>
            <a:pPr indent="0" marL="0">
              <a:lnSpc>
                <a:spcPct val="150000"/>
              </a:lnSpc>
              <a:buNone/>
            </a:pPr>
            <a:r>
              <a:rPr lang="en-US" sz="1200" dirty="0">
                <a:solidFill>
                  <a:srgbClr val="FFFFFF"/>
                </a:solidFill>
              </a:rPr>
              <a:t>   系統免疫炎症指數（SII）已成為結直腸癌的重要預後生物標誌，顯示免疫狀態對癌症結果的重要性。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**慢性炎症與結直腸癌的關聯**  </a:t>
            </a:r>
            <a:endParaRPr lang="en-US" sz="1200" dirty="0"/>
          </a:p>
          <a:p>
            <a:pPr indent="0" marL="0">
              <a:lnSpc>
                <a:spcPct val="150000"/>
              </a:lnSpc>
              <a:buNone/>
            </a:pPr>
            <a:r>
              <a:rPr lang="en-US" sz="1200" dirty="0">
                <a:solidFill>
                  <a:srgbClr val="FFFFFF"/>
                </a:solidFill>
              </a:rPr>
              <a:t>   Chronic inflammation is a driving factor in colitis-associated colorectal cancer, emphasizing the need for targeted therapies that address inflammation in cancer management.  </a:t>
            </a:r>
            <a:endParaRPr lang="en-US" sz="1200" dirty="0"/>
          </a:p>
          <a:p>
            <a:pPr indent="0" marL="0">
              <a:lnSpc>
                <a:spcPct val="150000"/>
              </a:lnSpc>
              <a:buNone/>
            </a:pPr>
            <a:r>
              <a:rPr lang="en-US" sz="1200" dirty="0">
                <a:solidFill>
                  <a:srgbClr val="FFFFFF"/>
                </a:solidFill>
              </a:rPr>
              <a:t>   慢性炎症是結腸炎相關結直腸癌的驅動因素，強調在癌症管理中針對炎症的治療需求。</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**新型生物標誌物的發現**  </a:t>
            </a:r>
            <a:endParaRPr lang="en-US" sz="1200" dirty="0"/>
          </a:p>
          <a:p>
            <a:pPr indent="0" marL="0">
              <a:lnSpc>
                <a:spcPct val="150000"/>
              </a:lnSpc>
              <a:buNone/>
            </a:pPr>
            <a:r>
              <a:rPr lang="en-US" sz="1200" dirty="0">
                <a:solidFill>
                  <a:srgbClr val="FFFFFF"/>
                </a:solidFill>
              </a:rPr>
              <a:t>   The identification of novel biomarkers, such as S100P for sessile serrated lesions, may enhance early detection and treatment strategies for colorectal cancer.  </a:t>
            </a:r>
            <a:endParaRPr lang="en-US" sz="1200" dirty="0"/>
          </a:p>
          <a:p>
            <a:pPr indent="0" marL="0">
              <a:lnSpc>
                <a:spcPct val="150000"/>
              </a:lnSpc>
              <a:buNone/>
            </a:pPr>
            <a:r>
              <a:rPr lang="en-US" sz="1200" dirty="0">
                <a:solidFill>
                  <a:srgbClr val="FFFFFF"/>
                </a:solidFill>
              </a:rPr>
              <a:t>   新型生物標誌物的發現，如S100P對於平坦狹窄病變的預測，可能增強結直腸癌的早期檢測和治療策略。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**環境因素對癌症進展的影響**  </a:t>
            </a:r>
            <a:endParaRPr lang="en-US" sz="1200" dirty="0"/>
          </a:p>
          <a:p>
            <a:pPr indent="0" marL="0">
              <a:lnSpc>
                <a:spcPct val="150000"/>
              </a:lnSpc>
              <a:buNone/>
            </a:pPr>
            <a:r>
              <a:rPr lang="en-US" sz="1200" dirty="0">
                <a:solidFill>
                  <a:srgbClr val="FFFFFF"/>
                </a:solidFill>
              </a:rPr>
              <a:t>   Environmental enrichment has shown potential in suppressing colorectal cancer progression, suggesting that lifestyle modifications could play a role in cancer therapy.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環境豐富化顯示出抑制結直腸癌進展的潛力，暗示生活方式的改變可能在癌症治療中扮演角色。</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**微生物組的治療應用**  </a:t>
            </a:r>
            <a:endParaRPr lang="en-US" sz="1200" dirty="0"/>
          </a:p>
          <a:p>
            <a:pPr indent="0" marL="0">
              <a:lnSpc>
                <a:spcPct val="150000"/>
              </a:lnSpc>
              <a:buNone/>
            </a:pPr>
            <a:r>
              <a:rPr lang="en-US" sz="1200" dirty="0">
                <a:solidFill>
                  <a:srgbClr val="FFFFFF"/>
                </a:solidFill>
              </a:rPr>
              <a:t>   Future studies should explore the therapeutic manipulation of the gut microbiome to enhance immune responses in colorectal cancer treatment.  </a:t>
            </a:r>
            <a:endParaRPr lang="en-US" sz="1200" dirty="0"/>
          </a:p>
          <a:p>
            <a:pPr indent="0" marL="0">
              <a:lnSpc>
                <a:spcPct val="150000"/>
              </a:lnSpc>
              <a:buNone/>
            </a:pPr>
            <a:r>
              <a:rPr lang="en-US" sz="1200" dirty="0">
                <a:solidFill>
                  <a:srgbClr val="FFFFFF"/>
                </a:solidFill>
              </a:rPr>
              <a:t>   未來的研究應探討微生物組的治療性操控，以增強結直腸癌治療中的免疫反應。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**炎症與癌症的交互作用**  </a:t>
            </a:r>
            <a:endParaRPr lang="en-US" sz="1200" dirty="0"/>
          </a:p>
          <a:p>
            <a:pPr indent="0" marL="0">
              <a:lnSpc>
                <a:spcPct val="150000"/>
              </a:lnSpc>
              <a:buNone/>
            </a:pPr>
            <a:r>
              <a:rPr lang="en-US" sz="1200" dirty="0">
                <a:solidFill>
                  <a:srgbClr val="FFFFFF"/>
                </a:solidFill>
              </a:rPr>
              <a:t>   Investigating the complex interactions between chronic inflammation and cancer progression could lead to novel therapeutic strategies targeting both pathways.  </a:t>
            </a:r>
            <a:endParaRPr lang="en-US" sz="1200" dirty="0"/>
          </a:p>
          <a:p>
            <a:pPr indent="0" marL="0">
              <a:lnSpc>
                <a:spcPct val="150000"/>
              </a:lnSpc>
              <a:buNone/>
            </a:pPr>
            <a:r>
              <a:rPr lang="en-US" sz="1200" dirty="0">
                <a:solidFill>
                  <a:srgbClr val="FFFFFF"/>
                </a:solidFill>
              </a:rPr>
              <a:t>   探討慢性炎症與癌症進展之間的複雜交互作用，可能導致針對兩者路徑的新型治療策略。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**生物標誌物的臨床應用**  </a:t>
            </a:r>
            <a:endParaRPr lang="en-US" sz="1200" dirty="0"/>
          </a:p>
          <a:p>
            <a:pPr indent="0" marL="0">
              <a:lnSpc>
                <a:spcPct val="150000"/>
              </a:lnSpc>
              <a:buNone/>
            </a:pPr>
            <a:r>
              <a:rPr lang="en-US" sz="1200" dirty="0">
                <a:solidFill>
                  <a:srgbClr val="FFFFFF"/>
                </a:solidFill>
              </a:rPr>
              <a:t>   Further validation of emerging biomarkers like S100P in clinical settings is essential for improving diagnostic accuracy and treatment personalization.  </a:t>
            </a:r>
            <a:endParaRPr lang="en-US" sz="1200" dirty="0"/>
          </a:p>
          <a:p>
            <a:pPr indent="0" marL="0">
              <a:lnSpc>
                <a:spcPct val="150000"/>
              </a:lnSpc>
              <a:buNone/>
            </a:pPr>
            <a:r>
              <a:rPr lang="en-US" sz="1200" dirty="0">
                <a:solidFill>
                  <a:srgbClr val="FFFFFF"/>
                </a:solidFill>
              </a:rPr>
              <a:t>   對新興生物標誌物如S100P在臨床環境中的進一步驗證對於提高診斷準確性和治療個性化至關重要。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**心理健康與癌症治療的關聯**  </a:t>
            </a:r>
            <a:endParaRPr lang="en-US" sz="1200" dirty="0"/>
          </a:p>
          <a:p>
            <a:pPr indent="0" marL="0">
              <a:lnSpc>
                <a:spcPct val="150000"/>
              </a:lnSpc>
              <a:buNone/>
            </a:pPr>
            <a:r>
              <a:rPr lang="en-US" sz="1200" dirty="0">
                <a:solidFill>
                  <a:srgbClr val="FFFFFF"/>
                </a:solidFill>
              </a:rPr>
              <a:t>   Research should focus on the impact of mental health interventions on cancer outcomes, particularly in patients with comorbid conditions like depression.  </a:t>
            </a:r>
            <a:endParaRPr lang="en-US" sz="1200" dirty="0"/>
          </a:p>
          <a:p>
            <a:pPr indent="0" marL="0">
              <a:lnSpc>
                <a:spcPct val="150000"/>
              </a:lnSpc>
              <a:buNone/>
            </a:pPr>
            <a:r>
              <a:rPr lang="en-US" sz="1200" dirty="0">
                <a:solidFill>
                  <a:srgbClr val="FFFFFF"/>
                </a:solidFill>
              </a:rPr>
              <a:t>   研究應聚焦於心理健康干預對癌症結果的影響，特別是在合併症如抑鬱症患者中的效果。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**多組學整合研究**  </a:t>
            </a:r>
            <a:endParaRPr lang="en-US" sz="1200" dirty="0"/>
          </a:p>
          <a:p>
            <a:pPr indent="0" marL="0">
              <a:lnSpc>
                <a:spcPct val="150000"/>
              </a:lnSpc>
              <a:buNone/>
            </a:pPr>
            <a:r>
              <a:rPr lang="en-US" sz="1200" dirty="0">
                <a:solidFill>
                  <a:srgbClr val="FFFFFF"/>
                </a:solidFill>
              </a:rPr>
              <a:t>   Integrative multi-omics approaches could provide deeper insights into the molecular mechanisms driving colorectal cancer, paving the way for innovative treatments.  </a:t>
            </a:r>
            <a:endParaRPr lang="en-US" sz="1200" dirty="0"/>
          </a:p>
          <a:p>
            <a:pPr indent="0" marL="0">
              <a:lnSpc>
                <a:spcPct val="150000"/>
              </a:lnSpc>
              <a:buNone/>
            </a:pPr>
            <a:r>
              <a:rPr lang="en-US" sz="1200" dirty="0">
                <a:solidFill>
                  <a:srgbClr val="FFFFFF"/>
                </a:solidFill>
              </a:rPr>
              <a:t>   整合多組學的方法可以深入了解驅動結直腸癌的分子機制，為創新治療鋪平道路。</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2026-06-29T01:49:42Z</dcterms:created>
  <dcterms:modified xsi:type="dcterms:W3CDTF">2026-06-29T01:49:42Z</dcterms:modified>
</cp:coreProperties>
</file>