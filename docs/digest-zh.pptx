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ecoenv.2026.120811" TargetMode="External"/><Relationship Id="rId2" Type="http://schemas.openxmlformats.org/officeDocument/2006/relationships/hyperlink" Target="https://doi.org/10.1016/j.ecoenv.2026.12081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intimp.2026.117408" TargetMode="External"/><Relationship Id="rId2" Type="http://schemas.openxmlformats.org/officeDocument/2006/relationships/hyperlink" Target="https://doi.org/10.1016/j.intimp.2026.11740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rontiersin.org/journals/oncology/articles/10.3389/fonc.2026.1616016/full" TargetMode="External"/><Relationship Id="rId2" Type="http://schemas.openxmlformats.org/officeDocument/2006/relationships/hyperlink" Target="https://www.frontiersin.org/journals/oncology/articles/10.3389/fonc.2026.1616016/full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sciencedirect.com/science/article/pii/S221074012600063X" TargetMode="External"/><Relationship Id="rId2" Type="http://schemas.openxmlformats.org/officeDocument/2006/relationships/hyperlink" Target="https://www.sciencedirect.com/science/article/pii/S221074012600063X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21/acsabm.6c01141" TargetMode="External"/><Relationship Id="rId2" Type="http://schemas.openxmlformats.org/officeDocument/2006/relationships/hyperlink" Target="https://doi.org/10.1021/acsabm.6c01141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ep.2026.122368" TargetMode="External"/><Relationship Id="rId2" Type="http://schemas.openxmlformats.org/officeDocument/2006/relationships/hyperlink" Target="https://doi.org/10.1016/j.jep.2026.12236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12010-026-05926-0" TargetMode="External"/><Relationship Id="rId2" Type="http://schemas.openxmlformats.org/officeDocument/2006/relationships/hyperlink" Target="https://doi.org/10.1007/s12010-026-05926-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isci.2026.117453" TargetMode="External"/><Relationship Id="rId2" Type="http://schemas.openxmlformats.org/officeDocument/2006/relationships/hyperlink" Target="https://doi.org/10.1016/j.isci.2026.11745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2/adma.75037" TargetMode="External"/><Relationship Id="rId2" Type="http://schemas.openxmlformats.org/officeDocument/2006/relationships/hyperlink" Target="https://doi.org/10.1002/adma.7503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011-026-02365-9" TargetMode="External"/><Relationship Id="rId2" Type="http://schemas.openxmlformats.org/officeDocument/2006/relationships/hyperlink" Target="https://doi.org/10.1007/s00011-026-02365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Colorectal Surgery</a:t>
            </a:r>
            <a:endParaRPr lang="en-US" sz="4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DBEAF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大腸直腸外科文獻週報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2026-09-14 — 2026-09-21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563EB"/>
                </a:solidFill>
              </a:rPr>
              <a:t>10 篇精選論文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目錄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Zearalenone exposure is associated with increased tumor burden and coordinated h…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Non-canonical Wnt11/PCP/YAP signaling mediates epithelial-mesenchymal transition…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Prognostic value of systemic immune-inflammation index for colorectal cancer: a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utility of the C-reactive protein-albumin-lymphocyte (CALLY) index in…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Magnetothermal Wax Capsule for Localized Gastrointestinal Drug Delivery.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Batri-7 Attenuates Established Inflammation-Associated Colorectal Adenoma via PI…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Shaoyao Decoction Inhibits Colorectal Cancer Progression by Targeting PD-L1 to R…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Self-rolling film for in vivo drug delivery to limit colonic inflammation induce…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Twin-Drink Endogastric-Forming Hydrogel for Multimodal Colitis-Associated Colore…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role of mTORC2/RICTOR in immune cells and inflammatory diseases.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Zearalenone exposure is associated with increased tumor burden and coordinated host-microbiota-metabolic alterations in colitis-associated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Ecotoxicology and environmental safety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Wu Kun, Wang Jiaqi, Gao Xinyi et al.. Ecotoxicology and environmental safety. 2026-09-19 DOI: 10.1016/j.ecoenv.2026.120811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Non-canonical Wnt11/PCP/YAP signaling mediates epithelial-mesenchymal transition and immunosuppressive tumor microenvironment in colorectal cancer.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International immunopharmacology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Shibao, Cai Hengyu, Dai Enyong et al.. International immunopharmacology. 2026-09-18 DOI: 10.1016/j.intimp.2026.117408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Prognostic value of systemic immune-inflammation index for colorectal cancer: a systematic review and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Frontiers in Oncology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P Wang, H Jiang. Frontiers in Oncology.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Predictive utility of the C-reactive protein-albumin-lymphocyte (CALLY) index in Colorectal cancer: A meta-analysis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Clinics and Research in Hepatology and …  ·  Meta-Analysis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 Li, T Chu, W Chen. Clinics and Research in Hepatology and …. 2026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Magnetothermal Wax Capsule for Localized Gastrointestinal Drug Delivery.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ACS applied bio materials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Zhang Yuming, Zhang Kai, Juriga-T&amp;#xf3;th Krisztina et al.. ACS applied bio materials. 2026-09-19 DOI: 10.1021/acsabm.6c01141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Batri-7 Attenuates Established Inflammation-Associated Colorectal Adenoma via PI3K/AKT Inhibition and BAX-Associated Apoptosis.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ethnopharmacology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Yang Zhiqing, Liu Fangyuan, Sun Xuemeng et al.. Journal of ethnopharmacology. 2026-09-18 DOI: 10.1016/j.jep.2026.122368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Shaoyao Decoction Inhibits Colorectal Cancer Progression by Targeting PD-L1 to Reprogram the Immunosuppressive Tumor Microenvironment.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Applied biochemistry and biotechnology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Wang Xiaoyan, Mima Zhuoga, Sai Wujie et al.. Applied biochemistry and biotechnology. 2026-09-18 DOI: 10.1007/s12010-026-05926-0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Self-rolling film for in vivo drug delivery to limit colonic inflammation induced after radiation exposure.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iScience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Amarante-Silva Diego, Demarquay Christelle, Nottelet Benjamin et al.. iScience. 2026-09-14 DOI: 10.1016/j.isci.2026.117453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Twin-Drink Endogastric-Forming Hydrogel for Multimodal Colitis-Associated Colorectal Cancer Management.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Advanced materials (Deerfield Beach, Fla.)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Feng Yuzhao, Meng Ran, Luo Kai et al.. Advanced materials (Deerfield Beach, Fla.). 2026-09-18 DOI: 10.1002/adma.75037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重點發現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role of mTORC2/RICTOR in immune cells and inflammatory diseases.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Inflammation research : official journal of the European Histamine Research Society ... [et al.]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（生成失敗）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Xu Jingting, Zhong Wenxin, Xin Fei et al.. Inflammation research : official journal of the European Histamine Research Society ... [et al.]. 2026-09-17 DOI: 10.1007/s00011-026-02365-9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2563EB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查看論文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(Generati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綜合啟示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綜合啟示與未來研究方向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on failed)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74904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8888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4572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Colorectal Surgery Weekly Digest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大腸直腸外科文獻週報</dc:title>
  <dc:subject>PptxGenJS Presentation</dc:subject>
  <dc:creator>Colorectal Weekly Digest</dc:creator>
  <cp:lastModifiedBy>Colorectal Weekly Digest</cp:lastModifiedBy>
  <cp:revision>1</cp:revision>
  <dcterms:created xsi:type="dcterms:W3CDTF">2026-09-21T05:57:12Z</dcterms:created>
  <dcterms:modified xsi:type="dcterms:W3CDTF">2026-09-21T05:57:12Z</dcterms:modified>
</cp:coreProperties>
</file>