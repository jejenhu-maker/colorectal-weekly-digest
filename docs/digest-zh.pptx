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136/gutjnl-2025-336675" TargetMode="External"/><Relationship Id="rId2" Type="http://schemas.openxmlformats.org/officeDocument/2006/relationships/hyperlink" Target="https://doi.org/10.1136/gutjnl-2025-336675"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16/j.jep.2026.121742" TargetMode="External"/><Relationship Id="rId2" Type="http://schemas.openxmlformats.org/officeDocument/2006/relationships/hyperlink" Target="https://doi.org/10.1016/j.jep.2026.121742"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sciencedirect.com/science/article/pii/S221074012600063X" TargetMode="External"/><Relationship Id="rId2" Type="http://schemas.openxmlformats.org/officeDocument/2006/relationships/hyperlink" Target="https://www.sciencedirect.com/science/article/pii/S221074012600063X"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mc.ncbi.nlm.nih.gov/articles/PMC13395652/" TargetMode="External"/><Relationship Id="rId2" Type="http://schemas.openxmlformats.org/officeDocument/2006/relationships/hyperlink" Target="https://pmc.ncbi.nlm.nih.gov/articles/PMC13395652/"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01/gad.353662.126" TargetMode="External"/><Relationship Id="rId2" Type="http://schemas.openxmlformats.org/officeDocument/2006/relationships/hyperlink" Target="https://doi.org/10.1101/gad.353662.126"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34133/research.1387" TargetMode="External"/><Relationship Id="rId2" Type="http://schemas.openxmlformats.org/officeDocument/2006/relationships/hyperlink" Target="https://doi.org/10.34133/research.1387"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mdpi.com/2072-6694/18/4/576" TargetMode="External"/><Relationship Id="rId2" Type="http://schemas.openxmlformats.org/officeDocument/2006/relationships/hyperlink" Target="https://www.mdpi.com/2072-6694/18/4/576"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16/j.xpro.2026.104770" TargetMode="External"/><Relationship Id="rId2" Type="http://schemas.openxmlformats.org/officeDocument/2006/relationships/hyperlink" Target="https://doi.org/10.1016/j.xpro.2026.104770"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16/j.ejmech.2026.118838" TargetMode="External"/><Relationship Id="rId2" Type="http://schemas.openxmlformats.org/officeDocument/2006/relationships/hyperlink" Target="https://doi.org/10.1016/j.ejmech.2026.118838"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2026-08-03 — 2026-08-10</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Dysbiotic microbiota trigger colitis-associated colorectal cancer and imprint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Dabupi decoction mitigates fluorouracil-induced intestinal mucositis via farneso…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Predictive utility of the C-reactive protein-albumin-lymphocyte (CALLY) index in…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Association of four non-insulin-based insulin resistance surrogate markers with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 conserved Notch-Meis1-Pbx cascade specifies secretory progenitors into spatial…</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HO-1 Up-regulation and PINK1/Parkin-Mediated Mitophagy Contribute to the Anti-tu…</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barrier–microbiota–inflammation axis in colorectal cancer: Mechanisms and em…</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Protocol for surgical stress-promoted colorectal cancer liver metastasis in mice…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Discovery of APO-50815, a potent WEE1 kinase inhibitor with exceptional efficacy…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Dysbiotic microbiota trigger colitis-associated colorectal cancer and imprint a distinctive bile acid profile in a PSC-IBD model.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PSC-UC的腫瘤發生率較高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微生物群影響結腸炎與癌症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特定BA型態與PSC-UC相關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無菌小鼠對結腸炎有抵抗力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恢復BA轉化功能至關重要</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Awoniyi Muyiwa, El Hag Mohamed, Hernandez Josue et al.. Gut. 2026-08-06 DOI: 10.1136/gutjnl-2025-336675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Dabupi decoction mitigates fluorouracil-induced intestinal mucositis via farnesoid X receptor activation and dihydropyrimidine dehydrogenase upregulation.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5-FU引起腸道黏膜炎。</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DBPD激活FXR並上調DPYD。</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DBPD減少炎症和屏障損傷。</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ShunZhi, Li Yaling, Ma Jing et al.. Journal of ethnopharmacology. 2026-07-16 DOI: 10.1016/j.jep.2026.121742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SII作為CRC預後生物標記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研究結果不一致</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Meta分析確認SII價值</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個性化治療策略潛力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需標準化測量協議</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Predictive utility of the C-reactive protein-albumin-lymphocyte (CALLY) index in Colorectal cancer: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Clinics and Research in Hepatology and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CALLY指數預測大腸癌結果。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炎症和免疫功能是關鍵因素。</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Meta分析支持CALLY的預測效用。</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Li, T Chu, W Chen. Clinics and Research in Hepatology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Association of four non-insulin-based insulin resistance surrogate markers with colorectal cancer risk: a large-scale prospective cohort study using the UK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研究胰島素抵抗標記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關注大腸癌風險</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大規模前瞻性隊列分析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與慢性炎症的關聯</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雌激素的潛在作用</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 Ding, J Wang, N Wang. Frontiers in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 conserved Notch-Meis1-Pbx cascade specifies secretory progenitors into spatially diverse intestinal best4 + cells.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Genes &amp; development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best4 + 細胞為重要腸道上皮類型</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使用斑馬魚模型進行研究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Notch/Dll4 信號調控細胞命運</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meis1b 和 pbx3a 指定 best4 + 細胞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best4 + 細胞對腔內 pH 變化反應</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Sur Abhinav, Segal Ella X, Nunneley Michael P et al.. Genes &amp; development. 2026-08-07 DOI: 10.1101/gad.353662.126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HO-1 Up-regulation and PINK1/Parkin-Mediated Mitophagy Contribute to the Anti-tumor Effects of Metochalcone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Research (Washington, D.C.)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Metochalcone顯著降低CRC細胞存活率。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HO-1被確定為CRC的關鍵靶點。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MET激活PINK1/Parkin介導的自噬。</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小鼠模型中觀察到腫瘤生長抑制。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MET正向改變腸道微生物組成。</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Chen Pingting, An Junsha, Han Mingyu et al.. Research (Washington, D.C.). 2026-08-05 DOI: 10.34133/research.1387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barrier–microbiota–inflammation axis in colorectal cancer: Mechanisms and emerging diagnostic &amp; therapeutic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LPS 促進發炎細胞激素分泌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下調細胞緊密連接蛋白</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促進上皮細胞遷移與侵襲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微生物群影響大腸癌進展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新興診斷與治療策略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Dong, J Yang, L He. Cancers.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Protocol for surgical stress-promoted colorectal cancer liver metastasis in mice.</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STAR protocols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大腸癌肝轉移研究的方案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結合肝缺血再灌注與腫瘤細胞注射</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監測小鼠模型中的肝轉移</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Han Jian, Tsung Peter, Blatz Natalie et al.. STAR protocols. 2026-08-08 DOI: 10.1016/j.xpro.2026.104770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Discovery of APO-50815, a potent WEE1 kinase inhibitor with exceptional efficacy against patient-derived colorectal cancer organoids.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European journal of medicinal chemistry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APO-50815 是強效 WEE1 抑制劑。</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 TP53 突變 CRC organoids 有效。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優於 AZD1775 和 ZN-c3 的測試結果。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觀察到高治療指數 (TI) 值。</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誘導 CRC 細胞的 DNA 損傷和凋亡。</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Syphers Joel L, Wright Josephine A, de Nys Rebekah et al.. European journal of medicinal chemistry. 2026-07-15 DOI: 10.1016/j.ejmech.2026.118838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**微生物群與結腸直腸癌的關聯性**  </a:t>
            </a:r>
            <a:endParaRPr lang="en-US" sz="1200" dirty="0"/>
          </a:p>
          <a:p>
            <a:pPr indent="0" marL="0">
              <a:lnSpc>
                <a:spcPct val="150000"/>
              </a:lnSpc>
              <a:buNone/>
            </a:pPr>
            <a:r>
              <a:rPr lang="en-US" sz="1200" dirty="0">
                <a:solidFill>
                  <a:srgbClr val="FFFFFF"/>
                </a:solidFill>
              </a:rPr>
              <a:t>   The dysbiotic microbiota play a crucial role in the development of colitis-associated colorectal cancer, highlighting the need for microbiome-targeted therapies.  </a:t>
            </a:r>
            <a:endParaRPr lang="en-US" sz="1200" dirty="0"/>
          </a:p>
          <a:p>
            <a:pPr indent="0" marL="0">
              <a:lnSpc>
                <a:spcPct val="150000"/>
              </a:lnSpc>
              <a:buNone/>
            </a:pPr>
            <a:r>
              <a:rPr lang="en-US" sz="1200" dirty="0">
                <a:solidFill>
                  <a:srgbClr val="FFFFFF"/>
                </a:solidFill>
              </a:rPr>
              <a:t>   微生物群失調在結腸炎相關結腸直腸癌的發展中扮演重要角色，強調了針對微生物組的治療需求。</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**炎症指標作為預後生物標記**  </a:t>
            </a:r>
            <a:endParaRPr lang="en-US" sz="1200" dirty="0"/>
          </a:p>
          <a:p>
            <a:pPr indent="0" marL="0">
              <a:lnSpc>
                <a:spcPct val="150000"/>
              </a:lnSpc>
              <a:buNone/>
            </a:pPr>
            <a:r>
              <a:rPr lang="en-US" sz="1200" dirty="0">
                <a:solidFill>
                  <a:srgbClr val="FFFFFF"/>
                </a:solidFill>
              </a:rPr>
              <a:t>   The systemic immune-inflammation index (SII) and C-reactive protein-albumin-lymphocyte (CALLY) index demonstrate potential as prognostic biomarkers in colorectal cancer, although further validation is needed due to inconsistent findings.  </a:t>
            </a:r>
            <a:endParaRPr lang="en-US" sz="1200" dirty="0"/>
          </a:p>
          <a:p>
            <a:pPr indent="0" marL="0">
              <a:lnSpc>
                <a:spcPct val="150000"/>
              </a:lnSpc>
              <a:buNone/>
            </a:pPr>
            <a:r>
              <a:rPr lang="en-US" sz="1200" dirty="0">
                <a:solidFill>
                  <a:srgbClr val="FFFFFF"/>
                </a:solidFill>
              </a:rPr>
              <a:t>   系統免疫炎症指數（SII）和C反應蛋白-白蛋白-淋巴細胞（CALLY）指數在結腸直腸癌中顯示出作為預後生物標記的潛力，儘管由於結果不一致，需要進一步驗證。</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**新型治療策略的探索**  </a:t>
            </a:r>
            <a:endParaRPr lang="en-US" sz="1200" dirty="0"/>
          </a:p>
          <a:p>
            <a:pPr indent="0" marL="0">
              <a:lnSpc>
                <a:spcPct val="150000"/>
              </a:lnSpc>
              <a:buNone/>
            </a:pPr>
            <a:r>
              <a:rPr lang="en-US" sz="1200" dirty="0">
                <a:solidFill>
                  <a:srgbClr val="FFFFFF"/>
                </a:solidFill>
              </a:rPr>
              <a:t>   The identification of natural compounds like metochalcone and novel inhibitors such as APO-50815 offers promising avenues for enhancing the efficacy of colorectal cancer treatments.  </a:t>
            </a:r>
            <a:endParaRPr lang="en-US" sz="1200" dirty="0"/>
          </a:p>
          <a:p>
            <a:pPr indent="0" marL="0">
              <a:lnSpc>
                <a:spcPct val="150000"/>
              </a:lnSpc>
              <a:buNone/>
            </a:pPr>
            <a:r>
              <a:rPr lang="en-US" sz="1200" dirty="0">
                <a:solidFill>
                  <a:srgbClr val="FFFFFF"/>
                </a:solidFill>
              </a:rPr>
              <a:t>   像美托卡酮這樣的天然化合物和新型抑制劑如APO-50815的發現，為提高結腸直腸癌治療的有效性提供了有希望的途徑。</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**腸道屏障與微生物的相互作用**  </a:t>
            </a:r>
            <a:endParaRPr lang="en-US" sz="1200" dirty="0"/>
          </a:p>
          <a:p>
            <a:pPr indent="0" marL="0">
              <a:lnSpc>
                <a:spcPct val="150000"/>
              </a:lnSpc>
              <a:buNone/>
            </a:pPr>
            <a:r>
              <a:rPr lang="en-US" sz="1200" dirty="0">
                <a:solidFill>
                  <a:srgbClr val="FFFFFF"/>
                </a:solidFill>
              </a:rPr>
              <a:t>   The barrier-microbiota-inflammation axis is critical in colorectal cancer pathogenesis, suggesting that maintaining gut barrier integrity could be a therapeutic target.  </a:t>
            </a:r>
            <a:endParaRPr lang="en-US" sz="1200" dirty="0"/>
          </a:p>
          <a:p>
            <a:pPr indent="0" marL="0">
              <a:lnSpc>
                <a:spcPct val="150000"/>
              </a:lnSpc>
              <a:buNone/>
            </a:pPr>
            <a:r>
              <a:rPr lang="en-US" sz="1200" dirty="0">
                <a:solidFill>
                  <a:srgbClr val="FFFFFF"/>
                </a:solidFill>
              </a:rPr>
              <a:t>   腸道屏障-微生物-炎症軸在結腸直腸癌的發病機制中至關重要，這表明維持腸道屏障完整性可能成為治療目標。</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**手術後轉移的機制**  </a:t>
            </a:r>
            <a:endParaRPr lang="en-US" sz="1200" dirty="0"/>
          </a:p>
          <a:p>
            <a:pPr indent="0" marL="0">
              <a:lnSpc>
                <a:spcPct val="150000"/>
              </a:lnSpc>
              <a:buNone/>
            </a:pPr>
            <a:r>
              <a:rPr lang="en-US" sz="1200" dirty="0">
                <a:solidFill>
                  <a:srgbClr val="FFFFFF"/>
                </a:solidFill>
              </a:rPr>
              <a:t>   Understanding the mechanisms of surgical stress-promoted liver metastasis in colorectal cancer can lead to improved postoperative management strategies.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了解手術壓力促進結腸直腸癌肝轉移的機制，可以促進術後管理策略的改善。</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**微生物組介入療法的探索**  </a:t>
            </a:r>
            <a:endParaRPr lang="en-US" sz="1200" dirty="0"/>
          </a:p>
          <a:p>
            <a:pPr indent="0" marL="0">
              <a:lnSpc>
                <a:spcPct val="150000"/>
              </a:lnSpc>
              <a:buNone/>
            </a:pPr>
            <a:r>
              <a:rPr lang="en-US" sz="1200" dirty="0">
                <a:solidFill>
                  <a:srgbClr val="FFFFFF"/>
                </a:solidFill>
              </a:rPr>
              <a:t>   Future studies should investigate microbiome-modulating interventions as potential therapeutic strategies for preventing colitis-associated colorectal cancer.  </a:t>
            </a:r>
            <a:endParaRPr lang="en-US" sz="1200" dirty="0"/>
          </a:p>
          <a:p>
            <a:pPr indent="0" marL="0">
              <a:lnSpc>
                <a:spcPct val="150000"/>
              </a:lnSpc>
              <a:buNone/>
            </a:pPr>
            <a:r>
              <a:rPr lang="en-US" sz="1200" dirty="0">
                <a:solidFill>
                  <a:srgbClr val="FFFFFF"/>
                </a:solidFill>
              </a:rPr>
              <a:t>   未來的研究應探索微生物組調節干預作為預防結腸炎相關結腸直腸癌的潛在治療策略。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**炎症指標的標準化**  </a:t>
            </a:r>
            <a:endParaRPr lang="en-US" sz="1200" dirty="0"/>
          </a:p>
          <a:p>
            <a:pPr indent="0" marL="0">
              <a:lnSpc>
                <a:spcPct val="150000"/>
              </a:lnSpc>
              <a:buNone/>
            </a:pPr>
            <a:r>
              <a:rPr lang="en-US" sz="1200" dirty="0">
                <a:solidFill>
                  <a:srgbClr val="FFFFFF"/>
                </a:solidFill>
              </a:rPr>
              <a:t>   Standardization and validation of inflammatory biomarkers like SII and CALLY in diverse patient populations will enhance their clinical utility in colorectal cancer prognosis.  </a:t>
            </a:r>
            <a:endParaRPr lang="en-US" sz="1200" dirty="0"/>
          </a:p>
          <a:p>
            <a:pPr indent="0" marL="0">
              <a:lnSpc>
                <a:spcPct val="150000"/>
              </a:lnSpc>
              <a:buNone/>
            </a:pPr>
            <a:r>
              <a:rPr lang="en-US" sz="1200" dirty="0">
                <a:solidFill>
                  <a:srgbClr val="FFFFFF"/>
                </a:solidFill>
              </a:rPr>
              <a:t>   在不同患者群體中標準化和驗證炎症生物標記如SII和CALLY，將增強其在結腸直腸癌預後中的臨床應用。</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**新型藥物的臨床試驗**  </a:t>
            </a:r>
            <a:endParaRPr lang="en-US" sz="1200" dirty="0"/>
          </a:p>
          <a:p>
            <a:pPr indent="0" marL="0">
              <a:lnSpc>
                <a:spcPct val="150000"/>
              </a:lnSpc>
              <a:buNone/>
            </a:pPr>
            <a:r>
              <a:rPr lang="en-US" sz="1200" dirty="0">
                <a:solidFill>
                  <a:srgbClr val="FFFFFF"/>
                </a:solidFill>
              </a:rPr>
              <a:t>   Clinical trials evaluating the efficacy of novel compounds such as metochalcone and WEE1 inhibitors against colorectal cancer should be prioritized.  </a:t>
            </a:r>
            <a:endParaRPr lang="en-US" sz="1200" dirty="0"/>
          </a:p>
          <a:p>
            <a:pPr indent="0" marL="0">
              <a:lnSpc>
                <a:spcPct val="150000"/>
              </a:lnSpc>
              <a:buNone/>
            </a:pPr>
            <a:r>
              <a:rPr lang="en-US" sz="1200" dirty="0">
                <a:solidFill>
                  <a:srgbClr val="FFFFFF"/>
                </a:solidFill>
              </a:rPr>
              <a:t>   應優先進行臨床試驗，以評估新型化合物如美托卡酮和WEE1抑制劑對結腸直腸癌的療效。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**腸道屏障功能的保護**  </a:t>
            </a:r>
            <a:endParaRPr lang="en-US" sz="1200" dirty="0"/>
          </a:p>
          <a:p>
            <a:pPr indent="0" marL="0">
              <a:lnSpc>
                <a:spcPct val="150000"/>
              </a:lnSpc>
              <a:buNone/>
            </a:pPr>
            <a:r>
              <a:rPr lang="en-US" sz="1200" dirty="0">
                <a:solidFill>
                  <a:srgbClr val="FFFFFF"/>
                </a:solidFill>
              </a:rPr>
              <a:t>   Research should focus on strategies to protect and restore gut barrier function in colorectal cancer patients to mitigate inflammation and tumor progression.  </a:t>
            </a:r>
            <a:endParaRPr lang="en-US" sz="1200" dirty="0"/>
          </a:p>
          <a:p>
            <a:pPr indent="0" marL="0">
              <a:lnSpc>
                <a:spcPct val="150000"/>
              </a:lnSpc>
              <a:buNone/>
            </a:pPr>
            <a:r>
              <a:rPr lang="en-US" sz="1200" dirty="0">
                <a:solidFill>
                  <a:srgbClr val="FFFFFF"/>
                </a:solidFill>
              </a:rPr>
              <a:t>   研究應集中於保護和恢復結腸直腸癌患者的腸道屏障功能，以減輕炎症和腫瘤進展。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**手術對轉移的影響**  </a:t>
            </a:r>
            <a:endParaRPr lang="en-US" sz="1200" dirty="0"/>
          </a:p>
          <a:p>
            <a:pPr indent="0" marL="0">
              <a:lnSpc>
                <a:spcPct val="150000"/>
              </a:lnSpc>
              <a:buNone/>
            </a:pPr>
            <a:r>
              <a:rPr lang="en-US" sz="1200" dirty="0">
                <a:solidFill>
                  <a:srgbClr val="FFFFFF"/>
                </a:solidFill>
              </a:rPr>
              <a:t>   Investigating the impact of surgical techniques on the inflammatory microenvironment and subsequent metastasis in colorectal cancer could lead to improved surgical protocols.  </a:t>
            </a:r>
            <a:endParaRPr lang="en-US" sz="1200" dirty="0"/>
          </a:p>
          <a:p>
            <a:pPr indent="0" marL="0">
              <a:lnSpc>
                <a:spcPct val="150000"/>
              </a:lnSpc>
              <a:buNone/>
            </a:pPr>
            <a:r>
              <a:rPr lang="en-US" sz="1200" dirty="0">
                <a:solidFill>
                  <a:srgbClr val="FFFFFF"/>
                </a:solidFill>
              </a:rPr>
              <a:t>   研究手術技術對結腸直腸癌的炎症微環境及隨後轉移的影響，可能會促進手術方案的改善。</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2026-08-10T01:34:50Z</dcterms:created>
  <dcterms:modified xsi:type="dcterms:W3CDTF">2026-08-10T01:34:50Z</dcterms:modified>
</cp:coreProperties>
</file>