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rontiersin.org/journals/oncology/articles/10.3389/fonc.2026.1616016/full" TargetMode="External"/><Relationship Id="rId2" Type="http://schemas.openxmlformats.org/officeDocument/2006/relationships/hyperlink" Target="https://www.frontiersin.org/journals/oncology/articles/10.3389/fonc.2026.1616016/ful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ciencedirect.com/science/article/pii/S221074012600063X" TargetMode="External"/><Relationship Id="rId2" Type="http://schemas.openxmlformats.org/officeDocument/2006/relationships/hyperlink" Target="https://www.sciencedirect.com/science/article/pii/S221074012600063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3390/cancers18183059" TargetMode="External"/><Relationship Id="rId2" Type="http://schemas.openxmlformats.org/officeDocument/2006/relationships/hyperlink" Target="https://doi.org/10.3390/cancers18183059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anlet.2026.218657" TargetMode="External"/><Relationship Id="rId2" Type="http://schemas.openxmlformats.org/officeDocument/2006/relationships/hyperlink" Target="https://doi.org/10.1016/j.canlet.2026.218657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anlet.2026.218645" TargetMode="External"/><Relationship Id="rId2" Type="http://schemas.openxmlformats.org/officeDocument/2006/relationships/hyperlink" Target="https://doi.org/10.1016/j.canlet.2026.218645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02/chem.71732" TargetMode="External"/><Relationship Id="rId2" Type="http://schemas.openxmlformats.org/officeDocument/2006/relationships/hyperlink" Target="https://doi.org/10.1002/chem.71732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128/msystems.00528-26" TargetMode="External"/><Relationship Id="rId2" Type="http://schemas.openxmlformats.org/officeDocument/2006/relationships/hyperlink" Target="https://doi.org/10.1128/msystems.00528-2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dpi.com/2072-6694/18/4/576" TargetMode="External"/><Relationship Id="rId2" Type="http://schemas.openxmlformats.org/officeDocument/2006/relationships/hyperlink" Target="https://www.mdpi.com/2072-6694/18/4/57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canlet.2026.218656" TargetMode="External"/><Relationship Id="rId2" Type="http://schemas.openxmlformats.org/officeDocument/2006/relationships/hyperlink" Target="https://doi.org/10.1016/j.canlet.2026.218656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link.springer.com/article/10.1245/s10434-025-17363-0" TargetMode="External"/><Relationship Id="rId2" Type="http://schemas.openxmlformats.org/officeDocument/2006/relationships/hyperlink" Target="https://link.springer.com/article/10.1245/s10434-025-17363-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888888"/>
                </a:solidFill>
              </a:rPr>
              <a:t>WEEKLY DIGEST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Colorectal Surgery</a:t>
            </a:r>
            <a:endParaRPr lang="en-US" sz="4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BEAF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大腸直腸外科文獻週報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2026-09-21 — 2026-09-28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48640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10 篇精選論文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</a:rPr>
              <a:t>目錄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Prognostic value of systemic immune-inflammation index for colorectal cancer: a 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utility of the C-reactive protein-albumin-lymphocyte (CALLY) index in…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Fatty Acid Heterogeneity in Colorectal Cancer: From Food Matrices to Targeted In…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 profiling identifies TREM2+ lipid-laden macrophages as inflammatory d…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Vesicular QSOX1-MMP2 from inflammatory cancer-associated fibroblasts degrades th…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Colorectal Cancer Therapy Using Cabozantinib-Loaded PLGA Nanoparticles:…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novel human Streptomyces strain redresses malignancy by inducing apoptosis and…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barrier–microbiota–inflammation axis in colorectal cancer: Mechanisms and em…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Site-dependent Treg cell transcriptional reprogramming in a metastatic colorecta…</a:t>
            </a:r>
            <a:endParaRPr lang="en-US" sz="140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Guideline for the Management of Colorectal Cancer with Peritoneal Meta…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01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01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Prognostic value of systemic immune-inflammation index for colorectal cancer: a systematic review and meta-analysis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Frontiers in Oncology  ·  Meta-Analysis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P Wang, H Jiang. Frontiers in Oncology.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02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02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Predictive utility of the C-reactive protein-albumin-lymphocyte (CALLY) index in Colorectal cancer: A meta-analysis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Clinics and Research in Hepatology and …  ·  Meta-Analysis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X Li, T Chu, W Chen. Clinics and Research in Hepatology and ….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03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03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Fatty Acid Heterogeneity in Colorectal Cancer: From Food Matrices to Targeted Interventions.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Cancers  ·  Prospective 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Vera Mar&amp;#xed;a Jes&amp;#xfa;s, Farias Camila, Mu&amp;#xf1;oz Yasna et al.. Cancers. 2026-09-26 DOI: 10.3390/cancers18183059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04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04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Multi-omic profiling identifies TREM2+ lipid-laden macrophages as inflammatory drivers and therapeutic targets of colorectal cancer liver metastasis.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 letters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Wang Peng-Xiang, Zhong Yu-Chen, Zheng Wen-Jing et al.. Cancer letters. 2026-07-08 DOI: 10.1016/j.canlet.2026.218657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05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05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Vesicular QSOX1-MMP2 from inflammatory cancer-associated fibroblasts degrades the extracellular matrix to drive colorectal cancer pulmonary dissemination.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 letters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Ye Tingwei, Chen Mengxi, Hu Yu et al.. Cancer letters. 2026-07-08 DOI: 10.1016/j.canlet.2026.218645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06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06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Targeted Colorectal Cancer Therapy Using Cabozantinib-Loaded PLGA Nanoparticles: Formulation, Cytotoxicity, and Molecular Docking Analysis.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Chemistry (Weinheim an der Bergstrasse, Germany)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Thakkar Aryan, Bhattacharya Sankha, Shinde Ranajit Nivrutti. Chemistry (Weinheim an der Bergstrasse, Germany). 2026-09-25 DOI: 10.1002/chem.71732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07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07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novel human Streptomyces strain redresses malignancy by inducing apoptosis and regaining gut homeostasis.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mSystems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Wang Yu-Hui, Yuan Bao-Juan, Meng Yao et al.. mSystems. 2026-09-23 DOI: 10.1128/msystems.00528-26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08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08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barrier–microbiota–inflammation axis in colorectal cancer: Mechanisms and emerging diagnostic &amp; therapeutic strategies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Cancers  ·  Basic Research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X Dong, J Yang, L He. Cancers.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09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09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Site-dependent Treg cell transcriptional reprogramming in a metastatic colorectal cancer model holds prognostic significance.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Cancer letters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Aristin Revilla Sonia, Verheem Andre, Frederiks Cynthia Lisanne et al.. Cancer letters. 2026-07-08 DOI: 10.1016/j.canlet.2026.218656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88"/>
                </a:solidFill>
              </a:rPr>
              <a:t>10  重點發現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0" y="9144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E2E8F0"/>
                </a:solidFill>
              </a:rPr>
              <a:t>10</a:t>
            </a:r>
            <a:endParaRPr lang="en-US" sz="5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731520" y="73152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u="sng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Consensus Guideline for the Management of Colorectal Cancer with Peritoneal Metastases: PSM Writing Group et al.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Annals of surgical …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（生成失敗）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KS Schultz, VV Bansal, MM Wach. Annals of surgical …. 2026</a:t>
            </a:r>
            <a:endParaRPr lang="en-US" sz="8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731520" y="6217920"/>
            <a:ext cx="3657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📎 查看論文 →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88888"/>
                </a:solidFill>
              </a:rPr>
              <a:t>綜合啟示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綜合啟示與未來研究方向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(Generati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888888"/>
                </a:solidFill>
              </a:rPr>
              <a:t>綜合啟示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綜合啟示與未來研究方向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on failed)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8888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10058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Colorectal Surgery Weekly Digest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大腸直腸外科文獻週報</dc:title>
  <dc:subject>PptxGenJS Presentation</dc:subject>
  <dc:creator>Colorectal Weekly Digest</dc:creator>
  <cp:lastModifiedBy>Colorectal Weekly Digest</cp:lastModifiedBy>
  <cp:revision>1</cp:revision>
  <dcterms:created xsi:type="dcterms:W3CDTF">2026-09-28T06:21:41Z</dcterms:created>
  <dcterms:modified xsi:type="dcterms:W3CDTF">2026-09-28T06:21:41Z</dcterms:modified>
</cp:coreProperties>
</file>