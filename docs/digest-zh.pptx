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02/cam4.71804" TargetMode="External"/><Relationship Id="rId2" Type="http://schemas.openxmlformats.org/officeDocument/2006/relationships/hyperlink" Target="https://doi.org/10.1002/cam4.71804"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jep.2026.121742" TargetMode="External"/><Relationship Id="rId2" Type="http://schemas.openxmlformats.org/officeDocument/2006/relationships/hyperlink" Target="https://doi.org/10.1016/j.jep.2026.121742"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07/s44463-025-00054-5" TargetMode="External"/><Relationship Id="rId2" Type="http://schemas.openxmlformats.org/officeDocument/2006/relationships/hyperlink" Target="https://doi.org/10.1007/s44463-025-00054-5"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21873/invivo.14334" TargetMode="External"/><Relationship Id="rId2" Type="http://schemas.openxmlformats.org/officeDocument/2006/relationships/hyperlink" Target="https://doi.org/10.21873/invivo.14334"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21/jacs.6c04349" TargetMode="External"/><Relationship Id="rId2" Type="http://schemas.openxmlformats.org/officeDocument/2006/relationships/hyperlink" Target="https://doi.org/10.1021/jacs.6c04349"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16/j.ejca.2026.116589" TargetMode="External"/><Relationship Id="rId2" Type="http://schemas.openxmlformats.org/officeDocument/2006/relationships/hyperlink" Target="https://doi.org/10.1016/j.ejca.2026.116589"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2026-04-27 — 2026-05-04</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Simultaneous Establishment of Autologous Colorectal Cancer and Mesothelial Strom…</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Dabupi decoction mitigates fluorouracil-induced intestinal mucositis via farneso…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The effects of dietary beef powder on the dextran sulfate sodium-induced colitis…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Enhanced mRNA Expression of Colonic IL-6 in Cronkhite-Canada Syndrome Bearing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 Cascade-Responsive AND-Logic-Activatable Nanoprobe for Intraoperative Fluoresc…</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Quantifying preferences for watch-and-wait compared with surgery after a clinica…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Parasutterella excrementihominis 在結腸炎中的角色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 活化與癌症進展相關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潛在治療策略被識別</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Simultaneous Establishment of Autologous Colorectal Cancer and Mesothelial Stromal Cell Lines from Malignant Ascites Reveals a Mesothelial-Stromal FGFR3 Axis as a Potential Vulnerability in Peritoneal Metastasis.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medicine  ·  IF 4.7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建立自體CRC及間皮細胞系。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OMUCR-1顯示強腫瘤形成能力。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CAmeso促進CRC細胞遷移及侵襲。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FGFR3被識別為潛在治療靶點。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該模型有助於研究腫瘤-基質互動。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Fukui Yasuhiro, Kasashima Hiroaki, Wang Zizhou et al.. Cancer medicine. 2026-04-25 DOI: 10.1002/cam4.71804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Dabupi decoction mitigates fluorouracil-induced intestinal mucositis via farnesoid X receptor activation and dihydropyrimidine dehydrogenase upregulation.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5-FU引起腸道黏膜炎毒性。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DBPD激活FXR並上調DPYD。</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5-FU擾亂膽汁酸代謝。</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DBPD改善腸道屏障完整性。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低UGT1A1/FXR水平與預後不良相關。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Wang ShunZhi, Li Yaling, Ma Jing et al.. Journal of ethnopharmacology. 2026-05-03 DOI: 10.1016/j.jep.2026.121742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The effects of dietary beef powder on the dextran sulfate sodium-induced colitis in a mouse model through COX-2 pathway.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Food science of animal resources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牛肉粉具抗發炎效果。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20% HR牛肉粉減輕結腸炎嚴重性。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補充降低三酸甘油脂與膽固醇。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COX-2表達在治療小鼠中降低。</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結腸組織氧化壓力減輕。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Kim Hye-Jin, Kim Dongwook, Jang Aera. Food science of animal resources. 2026-04-28 DOI: 10.1007/s44463-025-00054-5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Enhanced mRNA Expression of Colonic IL-6 in Cronkhite-Canada Syndrome Bearing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 vivo (Athens, Greece)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CCS透過免疫抑制治療改善。</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CCS息肉包含多種類型。</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IL-6表達與CRC發展相關。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Fujihara Daisuke, Honjo Hajime, Masuta Yasuhiro et al.. In vivo (Athens, Greece). 2026-04-28 DOI: 10.21873/invivo.14334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 Cascade-Responsive AND-Logic-Activatable Nanoprobe for Intraoperative Fluorescence Imaging of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the American Chemical Society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duNP-DA增強術中成像</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利用酸性腫瘤微環境激活</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達到高腫瘤對背景比</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可辨識2毫米小病灶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100%診斷敏感性與特異性</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Fang Leyi, Ishigaki Yusuke, Huang Weijing et al.. Journal of the American Chemical Society. 2026-04-29 DOI: 10.1021/jacs.6c04349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 (HIPEC)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針對晚期大腸癌患者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評估對腹膜轉移的影響</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結果顯示潛在的生存益處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SII作為CRC預後生物標記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進行現有研究的統合分析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SII與患者結果的相關性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SII在臨床實踐中的潛力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對大腸癌風險認知不足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需要改善病人教育策略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炎症性腸病管理研究缺口</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Quantifying preferences for watch-and-wait compared with surgery after a clinical complete response in locally advanced rectal cancer: A discrete choice experiment (PrefCoRe).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cancer (Oxford, England : 1990)  ·  IF 8.4</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Watch-and-wait是替代方案。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參與者對屬性偏好多樣。</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生活品質和存活率被重視。</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預測W&amp;W接受率為52.9%和57.2%。</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決策過程複雜且異質性高。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Dalal Garima, Wright Stuart J, Malcomson Lee et al.. European journal of cancer (Oxford, England : 1990). 2026-04-10 DOI: 10.1016/j.ejca.2026.116589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**腸道微生物與炎症關聯性**  </a:t>
            </a:r>
            <a:endParaRPr lang="en-US" sz="1200" dirty="0"/>
          </a:p>
          <a:p>
            <a:pPr indent="0" marL="0">
              <a:lnSpc>
                <a:spcPct val="150000"/>
              </a:lnSpc>
              <a:buNone/>
            </a:pPr>
            <a:r>
              <a:rPr lang="en-US" sz="1200" dirty="0">
                <a:solidFill>
                  <a:srgbClr val="FFFFFF"/>
                </a:solidFill>
              </a:rPr>
              <a:t>   The study on *Parasutterella excrementihominis* highlights the significant role of gut microbiota in exacerbating colitis and colorectal cancer through pathogenic NETosis activation.  </a:t>
            </a:r>
            <a:endParaRPr lang="en-US" sz="1200" dirty="0"/>
          </a:p>
          <a:p>
            <a:pPr indent="0" marL="0">
              <a:lnSpc>
                <a:spcPct val="150000"/>
              </a:lnSpc>
              <a:buNone/>
            </a:pPr>
            <a:r>
              <a:rPr lang="en-US" sz="1200" dirty="0">
                <a:solidFill>
                  <a:srgbClr val="FFFFFF"/>
                </a:solidFill>
              </a:rPr>
              <a:t>   *對於炎症性腸病和結直腸癌的研究顯示，腸道微生物群在促進病理性NETosis活化方面具有重要作用。*</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**自體細胞系的建立與腫瘤微環境**  </a:t>
            </a:r>
            <a:endParaRPr lang="en-US" sz="1200" dirty="0"/>
          </a:p>
          <a:p>
            <a:pPr indent="0" marL="0">
              <a:lnSpc>
                <a:spcPct val="150000"/>
              </a:lnSpc>
              <a:buNone/>
            </a:pPr>
            <a:r>
              <a:rPr lang="en-US" sz="1200" dirty="0">
                <a:solidFill>
                  <a:srgbClr val="FFFFFF"/>
                </a:solidFill>
              </a:rPr>
              <a:t>   The establishment of autologous colorectal cancer and mesothelial stromal cell lines provides a novel model to study tumor-mesothelial interactions, revealing potential vulnerabilities in peritoneal metastasis.  </a:t>
            </a:r>
            <a:endParaRPr lang="en-US" sz="1200" dirty="0"/>
          </a:p>
          <a:p>
            <a:pPr indent="0" marL="0">
              <a:lnSpc>
                <a:spcPct val="150000"/>
              </a:lnSpc>
              <a:buNone/>
            </a:pPr>
            <a:r>
              <a:rPr lang="en-US" sz="1200" dirty="0">
                <a:solidFill>
                  <a:srgbClr val="FFFFFF"/>
                </a:solidFill>
              </a:rPr>
              <a:t>   *自體結直腸癌及間皮基質細胞系的建立提供了一個新模型，以研究腫瘤與間皮細胞的相互作用，揭示了腹膜轉移中的潛在脆弱性。*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**治療策略的多樣性**  </a:t>
            </a:r>
            <a:endParaRPr lang="en-US" sz="1200" dirty="0"/>
          </a:p>
          <a:p>
            <a:pPr indent="0" marL="0">
              <a:lnSpc>
                <a:spcPct val="150000"/>
              </a:lnSpc>
              <a:buNone/>
            </a:pPr>
            <a:r>
              <a:rPr lang="en-US" sz="1200" dirty="0">
                <a:solidFill>
                  <a:srgbClr val="FFFFFF"/>
                </a:solidFill>
              </a:rPr>
              <a:t>   Various studies indicate that dietary interventions and herbal treatments, like Dabupi decoction, may mitigate chemotherapy-induced side effects and enhance therapeutic outcomes in colorectal cancer.  </a:t>
            </a:r>
            <a:endParaRPr lang="en-US" sz="1200" dirty="0"/>
          </a:p>
          <a:p>
            <a:pPr indent="0" marL="0">
              <a:lnSpc>
                <a:spcPct val="150000"/>
              </a:lnSpc>
              <a:buNone/>
            </a:pPr>
            <a:r>
              <a:rPr lang="en-US" sz="1200" dirty="0">
                <a:solidFill>
                  <a:srgbClr val="FFFFFF"/>
                </a:solidFill>
              </a:rPr>
              <a:t>   *多項研究表明，飲食干預和草藥治療（如大補皮湯）可能減輕化療引起的副作用，並提高結直腸癌的治療效果。*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**系統性免疫炎症指數的預測價值**  </a:t>
            </a:r>
            <a:endParaRPr lang="en-US" sz="1200" dirty="0"/>
          </a:p>
          <a:p>
            <a:pPr indent="0" marL="0">
              <a:lnSpc>
                <a:spcPct val="150000"/>
              </a:lnSpc>
              <a:buNone/>
            </a:pPr>
            <a:r>
              <a:rPr lang="en-US" sz="1200" dirty="0">
                <a:solidFill>
                  <a:srgbClr val="FFFFFF"/>
                </a:solidFill>
              </a:rPr>
              <a:t>   The systemic immune-inflammation index (SII) has emerged as a promising prognostic biomarker for colorectal cancer, emphasizing the importance of immune status in cancer prognosis.  </a:t>
            </a:r>
            <a:endParaRPr lang="en-US" sz="1200" dirty="0"/>
          </a:p>
          <a:p>
            <a:pPr indent="0" marL="0">
              <a:lnSpc>
                <a:spcPct val="150000"/>
              </a:lnSpc>
              <a:buNone/>
            </a:pPr>
            <a:r>
              <a:rPr lang="en-US" sz="1200" dirty="0">
                <a:solidFill>
                  <a:srgbClr val="FFFFFF"/>
                </a:solidFill>
              </a:rPr>
              <a:t>   *系統性免疫炎症指數（SII）已成為結直腸癌有前景的預測生物標記，強調了免疫狀態在癌症預後中的重要性。*</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**患者對炎症性腸病風險的認識不足**  </a:t>
            </a:r>
            <a:endParaRPr lang="en-US" sz="1200" dirty="0"/>
          </a:p>
          <a:p>
            <a:pPr indent="0" marL="0">
              <a:lnSpc>
                <a:spcPct val="150000"/>
              </a:lnSpc>
              <a:buNone/>
            </a:pPr>
            <a:r>
              <a:rPr lang="en-US" sz="1200" dirty="0">
                <a:solidFill>
                  <a:srgbClr val="FFFFFF"/>
                </a:solidFill>
              </a:rPr>
              <a:t>   There is a significant gap in awareness among patients with inflammatory bowel disease regarding their risk of colorectal cancer and its management, indicating a need for improved patient education.  </a:t>
            </a:r>
            <a:endParaRPr lang="en-US" sz="1200" dirty="0"/>
          </a:p>
          <a:p>
            <a:pPr indent="0" marL="0">
              <a:lnSpc>
                <a:spcPct val="150000"/>
              </a:lnSpc>
              <a:buNone/>
            </a:pPr>
            <a:r>
              <a:rPr lang="en-US" sz="1200" dirty="0">
                <a:solidFill>
                  <a:srgbClr val="FFFFFF"/>
                </a:solidFill>
              </a:rPr>
              <a:t>   *炎症性腸病患者對結直腸癌風險及其管理的認識存在顯著差距，表明需要加強患者教育。*</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**腸道微生物與癌症的機制研究**  </a:t>
            </a:r>
            <a:endParaRPr lang="en-US" sz="1200" dirty="0"/>
          </a:p>
          <a:p>
            <a:pPr indent="0" marL="0">
              <a:lnSpc>
                <a:spcPct val="150000"/>
              </a:lnSpc>
              <a:buNone/>
            </a:pPr>
            <a:r>
              <a:rPr lang="en-US" sz="1200" dirty="0">
                <a:solidFill>
                  <a:srgbClr val="FFFFFF"/>
                </a:solidFill>
              </a:rPr>
              <a:t>   Future studies should focus on elucidating the mechanisms by which gut microbiota influences inflammation and colorectal carcinogenesis, potentially leading to novel therapeutic targets.  </a:t>
            </a:r>
            <a:endParaRPr lang="en-US" sz="1200" dirty="0"/>
          </a:p>
          <a:p>
            <a:pPr indent="0" marL="0">
              <a:lnSpc>
                <a:spcPct val="150000"/>
              </a:lnSpc>
              <a:buNone/>
            </a:pPr>
            <a:r>
              <a:rPr lang="en-US" sz="1200" dirty="0">
                <a:solidFill>
                  <a:srgbClr val="FFFFFF"/>
                </a:solidFill>
              </a:rPr>
              <a:t>   *未來的研究應集中於闡明腸道微生物如何影響炎症和結直腸癌發生的機制，可能導致新的治療靶點。*</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**腫瘤微環境的深入探討**  </a:t>
            </a:r>
            <a:endParaRPr lang="en-US" sz="1200" dirty="0"/>
          </a:p>
          <a:p>
            <a:pPr indent="0" marL="0">
              <a:lnSpc>
                <a:spcPct val="150000"/>
              </a:lnSpc>
              <a:buNone/>
            </a:pPr>
            <a:r>
              <a:rPr lang="en-US" sz="1200" dirty="0">
                <a:solidFill>
                  <a:srgbClr val="FFFFFF"/>
                </a:solidFill>
              </a:rPr>
              <a:t>   Further exploration of tumor-mesothelial interactions using established cell lines can provide insights into the microenvironment's role in peritoneal metastasis and therapeutic resistance.  </a:t>
            </a:r>
            <a:endParaRPr lang="en-US" sz="1200" dirty="0"/>
          </a:p>
          <a:p>
            <a:pPr indent="0" marL="0">
              <a:lnSpc>
                <a:spcPct val="150000"/>
              </a:lnSpc>
              <a:buNone/>
            </a:pPr>
            <a:r>
              <a:rPr lang="en-US" sz="1200" dirty="0">
                <a:solidFill>
                  <a:srgbClr val="FFFFFF"/>
                </a:solidFill>
              </a:rPr>
              <a:t>   *進一步探討使用已建立的細胞系的腫瘤與間皮細胞相互作用，可以提供微環境在腹膜轉移和治療抵抗中的作用的見解。*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**整合多種治療策略**  </a:t>
            </a:r>
            <a:endParaRPr lang="en-US" sz="1200" dirty="0"/>
          </a:p>
          <a:p>
            <a:pPr indent="0" marL="0">
              <a:lnSpc>
                <a:spcPct val="150000"/>
              </a:lnSpc>
              <a:buNone/>
            </a:pPr>
            <a:r>
              <a:rPr lang="en-US" sz="1200" dirty="0">
                <a:solidFill>
                  <a:srgbClr val="FFFFFF"/>
                </a:solidFill>
              </a:rPr>
              <a:t>   Research should investigate the efficacy of combining dietary interventions and traditional herbal remedies with conventional therapies to enhance treatment outcomes in colorectal cancer.  </a:t>
            </a:r>
            <a:endParaRPr lang="en-US" sz="1200" dirty="0"/>
          </a:p>
          <a:p>
            <a:pPr indent="0" marL="0">
              <a:lnSpc>
                <a:spcPct val="150000"/>
              </a:lnSpc>
              <a:buNone/>
            </a:pPr>
            <a:r>
              <a:rPr lang="en-US" sz="1200" dirty="0">
                <a:solidFill>
                  <a:srgbClr val="FFFFFF"/>
                </a:solidFill>
              </a:rPr>
              <a:t>   *研究應調查將飲食干預和傳統草藥療法與常規治療相結合的有效性，以提高結直腸癌的治療效果。*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**患者教育與風險管理**  </a:t>
            </a:r>
            <a:endParaRPr lang="en-US" sz="1200" dirty="0"/>
          </a:p>
          <a:p>
            <a:pPr indent="0" marL="0">
              <a:lnSpc>
                <a:spcPct val="150000"/>
              </a:lnSpc>
              <a:buNone/>
            </a:pPr>
            <a:r>
              <a:rPr lang="en-US" sz="1200" dirty="0">
                <a:solidFill>
                  <a:srgbClr val="FFFFFF"/>
                </a:solidFill>
              </a:rPr>
              <a:t>   Developing educational programs aimed at increasing awareness of colorectal cancer risks among patients with inflammatory bowel disease could improve early detection and management.  </a:t>
            </a:r>
            <a:endParaRPr lang="en-US" sz="1200" dirty="0"/>
          </a:p>
          <a:p>
            <a:pPr indent="0" marL="0">
              <a:lnSpc>
                <a:spcPct val="150000"/>
              </a:lnSpc>
              <a:buNone/>
            </a:pPr>
            <a:r>
              <a:rPr lang="en-US" sz="1200" dirty="0">
                <a:solidFill>
                  <a:srgbClr val="FFFFFF"/>
                </a:solidFill>
              </a:rPr>
              <a:t>   *開發旨在提高炎症性腸病患者對結直腸癌風險認識的教育計劃，可能改善早期檢測和管理。*</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**生物標記的臨床應用**  </a:t>
            </a:r>
            <a:endParaRPr lang="en-US" sz="1200" dirty="0"/>
          </a:p>
          <a:p>
            <a:pPr indent="0" marL="0">
              <a:lnSpc>
                <a:spcPct val="150000"/>
              </a:lnSpc>
              <a:buNone/>
            </a:pPr>
            <a:r>
              <a:rPr lang="en-US" sz="1200" dirty="0">
                <a:solidFill>
                  <a:srgbClr val="FFFFFF"/>
                </a:solidFill>
              </a:rPr>
              <a:t>   Investigating the clinical applicability of the systemic immune-inflammation index and other biomarkers could refine prognostic assessments and personalized treatment approaches in colorectal cancer.  </a:t>
            </a:r>
            <a:endParaRPr lang="en-US" sz="1200" dirty="0"/>
          </a:p>
          <a:p>
            <a:pPr indent="0" marL="0">
              <a:lnSpc>
                <a:spcPct val="150000"/>
              </a:lnSpc>
              <a:buNone/>
            </a:pPr>
            <a:r>
              <a:rPr lang="en-US" sz="1200" dirty="0">
                <a:solidFill>
                  <a:srgbClr val="FFFFFF"/>
                </a:solidFill>
              </a:rPr>
              <a:t>   *研究系統性免疫炎症指數及其他生物標記的臨床應用，可能改善結直腸癌的預後評估和個性化治療方法。*</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2026-05-04T04:42:14Z</dcterms:created>
  <dcterms:modified xsi:type="dcterms:W3CDTF">2026-05-04T04:42:14Z</dcterms:modified>
</cp:coreProperties>
</file>