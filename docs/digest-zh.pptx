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jamanetwork.com/journals/jama/article-abstract/2846538" TargetMode="External"/><Relationship Id="rId2" Type="http://schemas.openxmlformats.org/officeDocument/2006/relationships/hyperlink" Target="https://jamanetwork.com/journals/jama/article-abstract/284653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gutjnl-2025-336377" TargetMode="External"/><Relationship Id="rId2" Type="http://schemas.openxmlformats.org/officeDocument/2006/relationships/hyperlink" Target="https://doi.org/10.1136/gutjnl-2025-3363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ut.bmj.com/content/75/5/920.abstract" TargetMode="External"/><Relationship Id="rId2" Type="http://schemas.openxmlformats.org/officeDocument/2006/relationships/hyperlink" Target="https://gut.bmj.com/content/75/5/920.abstra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766" TargetMode="External"/><Relationship Id="rId2" Type="http://schemas.openxmlformats.org/officeDocument/2006/relationships/hyperlink" Target="https://doi.org/10.1158/0008-5472.CAN-25-076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jitc-2025-014026" TargetMode="External"/><Relationship Id="rId2" Type="http://schemas.openxmlformats.org/officeDocument/2006/relationships/hyperlink" Target="https://doi.org/10.1136/jitc-2025-0140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40164-026-00794-0" TargetMode="External"/><Relationship Id="rId2" Type="http://schemas.openxmlformats.org/officeDocument/2006/relationships/hyperlink" Target="https://doi.org/10.1186/s40164-026-00794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1671-026-04671-x" TargetMode="External"/><Relationship Id="rId2" Type="http://schemas.openxmlformats.org/officeDocument/2006/relationships/hyperlink" Target="https://doi.org/10.1186/s11671-026-04671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cademic.oup.com/crohnscolitis360/article-abstract/8/1/otag001/8423533" TargetMode="External"/><Relationship Id="rId2" Type="http://schemas.openxmlformats.org/officeDocument/2006/relationships/hyperlink" Target="https://academic.oup.com/crohnscolitis360/article-abstract/8/1/otag001/842353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fct.2026.116230" TargetMode="External"/><Relationship Id="rId2" Type="http://schemas.openxmlformats.org/officeDocument/2006/relationships/hyperlink" Target="https://doi.org/10.1016/j.fct.2026.11623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Surgery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BEA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大腸直腸外科文獻週報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2026-06-15 — 2026-06-22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 hits a sour note for debulking in metastatic colorectal cancer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Extrinsic lipids are absorbed and accumulate in colorectal cancer.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Parasutterella excrementihominis exacerbates experimental colitis and colitis-as…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PI3K and MAPK Signaling Nodes Serve as Divergent Drivers of Phenotypic Plasticit…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Integrin CD11b/CD18 reprograms macrophage polarization by suppressing ERK/STAT3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Salmonella delivering the NMDAR antagonist conantokin G synergizes wi…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Harnessing Tolypothrix sp. A-8 for biogenic synthesis of silver oxide nanopartic…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of inflammatory bowel disease-associated colorectal cancer risk and it…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Brominated Flame Retardants: UQCRC1 and NR3C2 as Potential Targets in IBD and CR…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ORCHESTRA hits a sour note for debulking in metastatic colorectal cancer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JAMA  ·  IF 63.1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ORCHESTRA 研究評估減瘤手術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針對轉移性大腸癌患者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結果顯示生存益處有限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手術併發症引發關注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需要替代治療策略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 Fakih. JAMA.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Extrinsic lipids are absorbed and accumulate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大腸癌顯示PUFAs攝取增加。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外源性長鏈PUFAs在腫瘤中累積。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FA吸收與腫瘤進展相關。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缺乏微生物減少腫瘤發展。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針對FA途徑或提供新療法。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Janssen Klaus Peter, Basic Marijana, Bolsega Silvia et al.. Gut. 2026-06-17 DOI: 10.1136/gutjnl-2025-336377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Parasutterella excrementihominis exacerbates experimental colitis and colitis-associated colorectal cancer via pathogenic NETosis activation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P. excrementihominis 加重結腸炎嚴重性。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NETosis 活化與癌症進展相關。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研究提出新療法策略。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 Tan, L Huang, J Wang. Gut.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PI3K and MAPK Signaling Nodes Serve as Divergent Drivers of Phenotypic Plasticity in Cancer-Associated Fibroblasts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CAF 表型異質性影響腫瘤進展。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PI3K/mTOR 和 MAPK/ERK 通路驅動 CAF 亞型。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iCAF 通過細胞因子分泌促進腫瘤生長。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myCAF 增強 ECM 產生和腫瘤集落形成。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靶向治療影響 CRC 中 CAF 可塑性。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Xia Zihan, De Vuyst Felix, Ernst Sam et al.. Cancer research. 2026-06-15 DOI: 10.1158/0008-5472.CAN-25-0766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Integrin CD11b/CD18 reprograms macrophage polarization by suppressing ERK/STAT3 signaling to enhance antitumor immunity in colitis-associated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for immunotherapy of cancer  ·  IF 10.9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CD11b/CD18調節巨噬細胞極化。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缺失加劇CAC腫瘤進展。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TAN-TAM互作影響腫瘤免疫。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Lin Ying, Liu Yuan-Kun, Mi Peng et al.. Journal for immunotherapy of cancer. 2026-06-18 DOI: 10.1136/jitc-2025-014026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Engineered Salmonella delivering the NMDAR antagonist conantokin G synergizes with PD-L1 blockade to enhance colorectal cancer regression.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Experimental hematology &amp; oncology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工程化Salmonella有效針對腫瘤。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Conantokin G誘導大腸癌細胞死亡。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與PD-L1阻斷聯合增強療效。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Kim Solbi, Kang Sora, Kim Eunji et al.. Experimental hematology &amp; oncology. 2026-06-16 DOI: 10.1186/s40164-026-00794-0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Harnessing Tolypothrix sp. A-8 for biogenic synthesis of silver oxide nanoparticles (AgONPs) for multifunctional biomedical applications.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Discover nano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利用Tolypothrix sp. A-8合成AgONPs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顯著的抗利什曼原蟲活性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顯著的抗氧化和抗炎潛力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高生物相容性，低溶血率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在納米療法和傷口癒合中的潛在應用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Kaleem Muhammad, Minhas Lubna Anjum, Jabeen Amber et al.. Discover nano. 2026-06-17 DOI: 10.1186/s11671-026-04671-x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系統免疫炎症指數(SII)評估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對大腸癌的預後意義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現有研究的統合分析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SII與患者結果相關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臨床使用的潛在生物標記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Awareness of inflammatory bowel disease-associated colorectal cancer risk and its management in patients with inflammatory bowel disease: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Crohns &amp; Colitis 360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對癌症風險認知不足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需要病人教育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缺乏全面研究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 Khan, C Norton, W Czuber-Dochan. Crohns &amp; Colitis 360.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Brominated Flame Retardants: UQCRC1 and NR3C2 as Potential Targets in IBD and CRC.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Food and chemical toxicology : an international journal published for the British Industrial Biological Research Association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溴化阻燃劑與健康風險相關。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確定UQCRC1和NR3C2為核心靶點。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低表達預測CRC不良預後。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BFR暴露促進CRC細胞增殖。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BFR影響腸道屏障和細胞因子水平。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Wu Jianhai, Li Haoran, Wu Chongying et al.. Food and chemical toxicology : an international journal published for the British Industrial Biological Research Association. 2026-06-18 DOI: 10.1016/j.fct.2026.116230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**炎症微環境與腫瘤進展的關聯性**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chronic inflammatory microenvironment plays a crucial role in colorectal cancer (CRC) initiation and progression, highlighting the need for targeted therapies that address inflammation.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慢性炎症微環境在大腸癌（CRC）的發生和進展中扮演著關鍵角色，強調需要針對炎症的治療策略。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**脂質代謝在腫瘤中的重要性**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accumulation of dietary polyunsaturated fatty acids (PUFAs) in CRC suggests that lipid metabolism is a significant factor in tumor biology, warranting further investigation into its therapeutic implications.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膳食多不飽和脂肪酸（PUFAs）在CRC中的積累表明脂質代謝在腫瘤生物學中是一個重要因素，值得進一步研究其治療意義。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**癌症相關成纖維細胞的異質性**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phenotypic plasticity of cancer-associated fibroblasts (CAFs) indicates that different CAF subtypes contribute uniquely to tumor dynamics, suggesting potential targets for intervention.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癌症相關成纖維細胞（CAFs）的表型可塑性表明不同的CAF亞型對腫瘤動態有獨特貢獻，暗示了潛在的干預靶點。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**系統性免疫-炎症指數的預後價值**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systemic immune-inflammation index (SII) has emerged as a promising prognostic biomarker in CRC, emphasizing the interplay between immune response and cancer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系統性免疫-炎症指數（SII）已成為CRC中一個有前途的預後生物標誌物，強調免疫反應與癌症結果之間的相互作用。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**新型治療策略的開發**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Innovative approaches, such as engineered bacteria for targeted drug delivery, present new avenues for enhancing therapeutic efficacy in CRC treatment.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創新方法，如工程化細菌的靶向藥物遞送，為提高CRC治療的療效提供了新的途徑。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**探索脂質代謝與腫瘤微環境的相互作用**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elucidating the mechanisms by which lipid metabolism influences the tumor microenvironment and its implications for CRC progression.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未來的研究應集中於闡明脂質代謝如何影響腫瘤微環境及其對CRC進展的影響機制。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**癌症相關成纖維細胞的功能研究**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functional roles of different CAF subtypes in CRC could reveal novel therapeutic targets and strategies for intervention.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研究不同CAF亞型在CRC中的功能角色可能揭示新的治療靶點和干預策略。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**系統性免疫-炎症指數的臨床應用**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validation of the systemic immune-inflammation index (SII) in diverse CRC populations could enhance its utility as a prognostic tool in clinical settings.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在不同CRC人群中進一步驗證系統性免疫-炎症指數（SII）可以增強其作為臨床預後工具的實用性。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**炎症與癌症之間的交互作用**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More research is needed to understand the complex interactions between inflammation, immune responses, and colorectal carcinogenesis, which may lead to better prevention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需要更多研究來理解炎症、免疫反應與大腸癌發生之間的複雜相互作用，這可能導致更好的預防策略。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**新型治療平台的開發與評估**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development and evaluation of novel therapeutic platforms, such as engineered bacteria and nanotechnology, could revolutionize treatment approaches for CRC.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新型治療平台的開發與評估，如工程化細菌和納米技術，可能會徹底改變CRC的治療方法。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大腸直腸外科文獻週報</dc:title>
  <dc:subject>PptxGenJS Presentation</dc:subject>
  <dc:creator>Colorectal Weekly Digest</dc:creator>
  <cp:lastModifiedBy>Colorectal Weekly Digest</cp:lastModifiedBy>
  <cp:revision>1</cp:revision>
  <dcterms:created xsi:type="dcterms:W3CDTF">2026-06-22T01:56:22Z</dcterms:created>
  <dcterms:modified xsi:type="dcterms:W3CDTF">2026-06-22T01:56:22Z</dcterms:modified>
</cp:coreProperties>
</file>