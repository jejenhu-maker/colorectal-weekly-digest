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2/fsn3.72133" TargetMode="External"/><Relationship Id="rId2" Type="http://schemas.openxmlformats.org/officeDocument/2006/relationships/hyperlink" Target="https://doi.org/10.1002/fsn3.7213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mc.ncbi.nlm.nih.gov/articles/PMC13027779/" TargetMode="External"/><Relationship Id="rId2" Type="http://schemas.openxmlformats.org/officeDocument/2006/relationships/hyperlink" Target="https://pmc.ncbi.nlm.nih.gov/articles/PMC13027779/"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77/15593258261472123" TargetMode="External"/><Relationship Id="rId2" Type="http://schemas.openxmlformats.org/officeDocument/2006/relationships/hyperlink" Target="https://doi.org/10.1177/1559325826147212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search.proquest.com/openview/12395c79eafdeb17dbbb0d78df09e6b3/1?pq-origsite=gscholar&amp;cbl=4368360" TargetMode="External"/><Relationship Id="rId2" Type="http://schemas.openxmlformats.org/officeDocument/2006/relationships/hyperlink" Target="https://search.proquest.com/openview/12395c79eafdeb17dbbb0d78df09e6b3/1?pq-origsite=gscholar&amp;cbl=4368360"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sciencedirect.com/science/article/pii/S0731708526000312" TargetMode="External"/><Relationship Id="rId2" Type="http://schemas.openxmlformats.org/officeDocument/2006/relationships/hyperlink" Target="https://www.sciencedirect.com/science/article/pii/S073170852600031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2026-07-20 — 2026-07-27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Anticancer and Anti-Inflammatory Potential of Betalains: A Systematic Review on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Oxidative Stress and Inflammation in Colorectal Cancer–Redox–Immune Crosstalk, B…</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Mechanistic Insights Into Dose-Dependent Alleviation of Colorectal Cancer Throug…</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KLK7 overexpression promotes an aggressive phenotype and facilitates peritoneal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研究評估細胞減少手術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增加高溫腹腔化療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聚焦大腸直腸腹膜轉移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多中心隨機試驗設計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結果顯示無顯著益處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 (HIPEC)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包含晚期大腸癌患者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觀察到生存率改善</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個性化治療策略的潛力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結腸直腸癌預後生物標記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臨床應用潛力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Anticancer and Anti-Inflammatory Potential of Betalains: A Systematic Review on Preclinical Studies.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Food science &amp; nutrition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Betalains具抗癌特性。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抑制大腸癌細胞生長。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透過caspase活化誘導凋亡。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抑制發炎信號通路。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研究偏差風險低。</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Fatima Aroob, Sultan Muhammad Tauseef, Awlqadr Farhang Hameed et al.. Food science &amp; nutrition. 2026-07-25 DOI: 10.1002/fsn3.72133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Oxidative Stress and Inflammation in Colorectal Cancer–Redox–Immune Crosstalk, Biomarkers, and Translational Implications: A Qualitative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Life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氧化壓力與炎症相關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紅氧化-炎症在CRC中的作用</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CRC檢測潛在生物標記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 Marinescu, D Marinescu, D Preda. Life.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管理實踐中的研究缺口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Mechanistic Insights Into Dose-Dependent Alleviation of Colorectal Cancer Through Artemisinin-Loaded Mesoporous Silica Nanoparticles in 1,2-Dimethylhydrazine-Induced Albino Wistar Rats.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Dose-response : a publication of International Hormesis Society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透過sol-gel法合成Artemisinin載藥MSNPs。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在DMH誘導的結腸腫瘤中進行體內研究。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100 mg/kg劑量顯著抑制腫瘤。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體外觀察到控制釋放效果。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具針對性結腸癌治療潛力。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Zahid Fatima, Ilyas Umair, Zahid Sara et al.. Dose-response : a publication of International Hormesis Society. 2026-07-25 DOI: 10.1177/15593258261472123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KLK7 overexpression promotes an aggressive phenotype and facilitates peritoneal dissemination in colorectal cancer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FEBS Open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KLK7過表達與侵襲性CRC相關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促進癌細胞腹膜擴散</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體外研究確認侵襲性表型</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YZ Haffani, T Dreyer, M Naim. FEBS Open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LPS 促進發炎細胞激素分泌。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緊密連接蛋白質下調。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促進上皮細胞遷移。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微生物群影響癌症發炎。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新興診斷與治療策略。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Acetyl-L-Carnitine抑制腫瘤生長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體內研究確認有效性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代謝組學分析揭示機制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Ning, C Cai, X Fan. Journal of Pharmaceutical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**新療法的潛力**  </a:t>
            </a:r>
            <a:endParaRPr lang="en-US" sz="1200" dirty="0"/>
          </a:p>
          <a:p>
            <a:pPr indent="0" marL="0">
              <a:lnSpc>
                <a:spcPct val="150000"/>
              </a:lnSpc>
              <a:buNone/>
            </a:pPr>
            <a:r>
              <a:rPr lang="en-US" sz="1200" dirty="0">
                <a:solidFill>
                  <a:srgbClr val="FFFFFF"/>
                </a:solidFill>
              </a:rPr>
              <a:t>   **The potential of novel therapies**  </a:t>
            </a:r>
            <a:endParaRPr lang="en-US" sz="1200" dirty="0"/>
          </a:p>
          <a:p>
            <a:pPr indent="0" marL="0">
              <a:lnSpc>
                <a:spcPct val="150000"/>
              </a:lnSpc>
              <a:buNone/>
            </a:pPr>
            <a:r>
              <a:rPr lang="en-US" sz="1200" dirty="0">
                <a:solidFill>
                  <a:srgbClr val="FFFFFF"/>
                </a:solidFill>
              </a:rPr>
              <a:t>   本週的研究顯示，使用超熱腹腔化學療法（HIPEC）結合細胞減少手術對於轉移性結直腸癌的患者可能不如單獨手術有效，提示需要重新評估目前的治療標準。  </a:t>
            </a:r>
            <a:endParaRPr lang="en-US" sz="1200" dirty="0"/>
          </a:p>
          <a:p>
            <a:pPr indent="0" marL="0">
              <a:lnSpc>
                <a:spcPct val="150000"/>
              </a:lnSpc>
              <a:buNone/>
            </a:pPr>
            <a:r>
              <a:rPr lang="en-US" sz="1200" dirty="0">
                <a:solidFill>
                  <a:srgbClr val="FFFFFF"/>
                </a:solidFill>
              </a:rPr>
              <a:t>   This week’s studies indicate that hyperthermic intraperitoneal chemotherapy (HIPEC) combined with cytoreductive surgery may be less effective than surgery alone for patients with metastatic colorectal cancer, suggesting a need to reevaluate current treatment standards.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**生物標記的預測價值**  </a:t>
            </a:r>
            <a:endParaRPr lang="en-US" sz="1200" dirty="0"/>
          </a:p>
          <a:p>
            <a:pPr indent="0" marL="0">
              <a:lnSpc>
                <a:spcPct val="150000"/>
              </a:lnSpc>
              <a:buNone/>
            </a:pPr>
            <a:r>
              <a:rPr lang="en-US" sz="1200" dirty="0">
                <a:solidFill>
                  <a:srgbClr val="FFFFFF"/>
                </a:solidFill>
              </a:rPr>
              <a:t>   **The prognostic value of biomarkers**  </a:t>
            </a:r>
            <a:endParaRPr lang="en-US" sz="1200" dirty="0"/>
          </a:p>
          <a:p>
            <a:pPr indent="0" marL="0">
              <a:lnSpc>
                <a:spcPct val="150000"/>
              </a:lnSpc>
              <a:buNone/>
            </a:pPr>
            <a:r>
              <a:rPr lang="en-US" sz="1200" dirty="0">
                <a:solidFill>
                  <a:srgbClr val="FFFFFF"/>
                </a:solidFill>
              </a:rPr>
              <a:t>   系統性免疫炎症指數（SII）被證實在結直腸癌中具有預測性，這為臨床上風險評估和個體化治療提供了新的指導。  </a:t>
            </a:r>
            <a:endParaRPr lang="en-US" sz="1200" dirty="0"/>
          </a:p>
          <a:p>
            <a:pPr indent="0" marL="0">
              <a:lnSpc>
                <a:spcPct val="150000"/>
              </a:lnSpc>
              <a:buNone/>
            </a:pPr>
            <a:r>
              <a:rPr lang="en-US" sz="1200" dirty="0">
                <a:solidFill>
                  <a:srgbClr val="FFFFFF"/>
                </a:solidFill>
              </a:rPr>
              <a:t>   The systemic immune-inflammation index (SII) has been validated as a prognostic marker in colorectal cancer, offering new guidance for risk assessment and personalized treatment in clinical settings.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**氧化壓力與炎症的交互作用**  </a:t>
            </a:r>
            <a:endParaRPr lang="en-US" sz="1200" dirty="0"/>
          </a:p>
          <a:p>
            <a:pPr indent="0" marL="0">
              <a:lnSpc>
                <a:spcPct val="150000"/>
              </a:lnSpc>
              <a:buNone/>
            </a:pPr>
            <a:r>
              <a:rPr lang="en-US" sz="1200" dirty="0">
                <a:solidFill>
                  <a:srgbClr val="FFFFFF"/>
                </a:solidFill>
              </a:rPr>
              <a:t>   **Crosstalk between oxidative stress and inflammation**  </a:t>
            </a:r>
            <a:endParaRPr lang="en-US" sz="1200" dirty="0"/>
          </a:p>
          <a:p>
            <a:pPr indent="0" marL="0">
              <a:lnSpc>
                <a:spcPct val="150000"/>
              </a:lnSpc>
              <a:buNone/>
            </a:pPr>
            <a:r>
              <a:rPr lang="en-US" sz="1200" dirty="0">
                <a:solidFill>
                  <a:srgbClr val="FFFFFF"/>
                </a:solidFill>
              </a:rPr>
              <a:t>   研究強調氧化壓力與炎症在結直腸癌生物學中的中心角色，這一發現可能為未來的治療策略提供新的靶點。  </a:t>
            </a:r>
            <a:endParaRPr lang="en-US" sz="1200" dirty="0"/>
          </a:p>
          <a:p>
            <a:pPr indent="0" marL="0">
              <a:lnSpc>
                <a:spcPct val="150000"/>
              </a:lnSpc>
              <a:buNone/>
            </a:pPr>
            <a:r>
              <a:rPr lang="en-US" sz="1200" dirty="0">
                <a:solidFill>
                  <a:srgbClr val="FFFFFF"/>
                </a:solidFill>
              </a:rPr>
              <a:t>   Research highlights the central role of oxidative stress and inflammation in colorectal cancer biology, which may provide new targets for future therapeutic strategies.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**個體化化療策略的發展**  </a:t>
            </a:r>
            <a:endParaRPr lang="en-US" sz="1200" dirty="0"/>
          </a:p>
          <a:p>
            <a:pPr indent="0" marL="0">
              <a:lnSpc>
                <a:spcPct val="150000"/>
              </a:lnSpc>
              <a:buNone/>
            </a:pPr>
            <a:r>
              <a:rPr lang="en-US" sz="1200" dirty="0">
                <a:solidFill>
                  <a:srgbClr val="FFFFFF"/>
                </a:solidFill>
              </a:rPr>
              <a:t>   **Development of personalized chemotherapy strategies**  </a:t>
            </a:r>
            <a:endParaRPr lang="en-US" sz="1200" dirty="0"/>
          </a:p>
          <a:p>
            <a:pPr indent="0" marL="0">
              <a:lnSpc>
                <a:spcPct val="150000"/>
              </a:lnSpc>
              <a:buNone/>
            </a:pPr>
            <a:r>
              <a:rPr lang="en-US" sz="1200" dirty="0">
                <a:solidFill>
                  <a:srgbClr val="FFFFFF"/>
                </a:solidFill>
              </a:rPr>
              <a:t>   需要進一步研究基於患者來源的器官類器官的藥物篩選平台，以制定針對結直腸癌腹膜轉移的個體化化療方案。  </a:t>
            </a:r>
            <a:endParaRPr lang="en-US" sz="1200" dirty="0"/>
          </a:p>
          <a:p>
            <a:pPr indent="0" marL="0">
              <a:lnSpc>
                <a:spcPct val="150000"/>
              </a:lnSpc>
              <a:buNone/>
            </a:pPr>
            <a:r>
              <a:rPr lang="en-US" sz="1200" dirty="0">
                <a:solidFill>
                  <a:srgbClr val="FFFFFF"/>
                </a:solidFill>
              </a:rPr>
              <a:t>   Further studies are needed to develop personalized chemotherapy strategies based on drug screening platforms using patient-derived organoids for colorectal cancer peritoneal metastases.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**炎症性腸病與結直腸癌風險的認知**  </a:t>
            </a:r>
            <a:endParaRPr lang="en-US" sz="1200" dirty="0"/>
          </a:p>
          <a:p>
            <a:pPr indent="0" marL="0">
              <a:lnSpc>
                <a:spcPct val="150000"/>
              </a:lnSpc>
              <a:buNone/>
            </a:pPr>
            <a:r>
              <a:rPr lang="en-US" sz="1200" dirty="0">
                <a:solidFill>
                  <a:srgbClr val="FFFFFF"/>
                </a:solidFill>
              </a:rPr>
              <a:t>   **Awareness of inflammatory bowel disease and colorectal cancer risk**  </a:t>
            </a:r>
            <a:endParaRPr lang="en-US" sz="1200" dirty="0"/>
          </a:p>
          <a:p>
            <a:pPr indent="0" marL="0">
              <a:lnSpc>
                <a:spcPct val="150000"/>
              </a:lnSpc>
              <a:buNone/>
            </a:pPr>
            <a:r>
              <a:rPr lang="en-US" sz="1200" dirty="0">
                <a:solidFill>
                  <a:srgbClr val="FFFFFF"/>
                </a:solidFill>
              </a:rPr>
              <a:t>   針對炎症性腸病患者對結直腸癌風險及其管理的認知進行深入調查，以促進患者教育和早期干預。  </a:t>
            </a:r>
            <a:endParaRPr lang="en-US" sz="1200" dirty="0"/>
          </a:p>
          <a:p>
            <a:pPr indent="0" marL="0">
              <a:lnSpc>
                <a:spcPct val="150000"/>
              </a:lnSpc>
              <a:buNone/>
            </a:pPr>
            <a:r>
              <a:rPr lang="en-US" sz="1200" dirty="0">
                <a:solidFill>
                  <a:srgbClr val="FFFFFF"/>
                </a:solidFill>
              </a:rPr>
              <a:t>   In-depth investigations on the awareness of colorectal cancer risk and management among patients with inflammatory bowel disease are necessary to enhance patient education and early intervention.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**新型治療策略的探索**  </a:t>
            </a:r>
            <a:endParaRPr lang="en-US" sz="1200" dirty="0"/>
          </a:p>
          <a:p>
            <a:pPr indent="0" marL="0">
              <a:lnSpc>
                <a:spcPct val="150000"/>
              </a:lnSpc>
              <a:buNone/>
            </a:pPr>
            <a:r>
              <a:rPr lang="en-US" sz="1200" dirty="0">
                <a:solidFill>
                  <a:srgbClr val="FFFFFF"/>
                </a:solidFill>
              </a:rPr>
              <a:t>   **Exploration of novel therapeutic strategies**  </a:t>
            </a:r>
            <a:endParaRPr lang="en-US" sz="1200" dirty="0"/>
          </a:p>
          <a:p>
            <a:pPr indent="0" marL="0">
              <a:lnSpc>
                <a:spcPct val="150000"/>
              </a:lnSpc>
              <a:buNone/>
            </a:pPr>
            <a:r>
              <a:rPr lang="en-US" sz="1200" dirty="0">
                <a:solidFill>
                  <a:srgbClr val="FFFFFF"/>
                </a:solidFill>
              </a:rPr>
              <a:t>   研究如阿莫西林等新型藥物對結直腸癌的潛在療效，尤其是其在氧化壓力和炎症交互作用中的角色。  </a:t>
            </a:r>
            <a:endParaRPr lang="en-US" sz="1200" dirty="0"/>
          </a:p>
          <a:p>
            <a:pPr indent="0" marL="0">
              <a:lnSpc>
                <a:spcPct val="150000"/>
              </a:lnSpc>
              <a:buNone/>
            </a:pPr>
            <a:r>
              <a:rPr lang="en-US" sz="1200" dirty="0">
                <a:solidFill>
                  <a:srgbClr val="FFFFFF"/>
                </a:solidFill>
              </a:rPr>
              <a:t>   Investigating the potential efficacy of novel drugs such as artemisinin in colorectal cancer, particularly their roles in oxidative stress and inflammation crosstalk, is warranted.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2026-07-27T04:37:11Z</dcterms:created>
  <dcterms:modified xsi:type="dcterms:W3CDTF">2026-07-27T04:37:11Z</dcterms:modified>
</cp:coreProperties>
</file>