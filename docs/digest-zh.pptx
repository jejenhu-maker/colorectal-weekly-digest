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36/jitc-2026-014770" TargetMode="External"/><Relationship Id="rId2" Type="http://schemas.openxmlformats.org/officeDocument/2006/relationships/hyperlink" Target="https://doi.org/10.1136/jitc-2026-014770"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link.springer.com/article/10.1007/s00384-025-05045-y" TargetMode="External"/><Relationship Id="rId2" Type="http://schemas.openxmlformats.org/officeDocument/2006/relationships/hyperlink" Target="https://link.springer.com/article/10.1007/s00384-025-05045-y"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16/j.celrep.2026.117645" TargetMode="External"/><Relationship Id="rId2" Type="http://schemas.openxmlformats.org/officeDocument/2006/relationships/hyperlink" Target="https://doi.org/10.1016/j.celrep.2026.117645"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3046-026-03779-3" TargetMode="External"/><Relationship Id="rId2" Type="http://schemas.openxmlformats.org/officeDocument/2006/relationships/hyperlink" Target="https://doi.org/10.1186/s13046-026-03779-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86/s12885-026-16469-2" TargetMode="External"/><Relationship Id="rId2" Type="http://schemas.openxmlformats.org/officeDocument/2006/relationships/hyperlink" Target="https://doi.org/10.1186/s12885-026-16469-2"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onlinelibrary.wiley.com/doi/abs/10.1002/cam4.71804" TargetMode="External"/><Relationship Id="rId2" Type="http://schemas.openxmlformats.org/officeDocument/2006/relationships/hyperlink" Target="https://onlinelibrary.wiley.com/doi/abs/10.1002/cam4.71804"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febs.onlinelibrary.wiley.com/doi/abs/10.1002/2211-5463.70171" TargetMode="External"/><Relationship Id="rId2" Type="http://schemas.openxmlformats.org/officeDocument/2006/relationships/hyperlink" Target="https://febs.onlinelibrary.wiley.com/doi/abs/10.1002/2211-5463.70171"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journals.plos.org/plosone/article?id=10.1371/journal.pone.0344478" TargetMode="External"/><Relationship Id="rId2" Type="http://schemas.openxmlformats.org/officeDocument/2006/relationships/hyperlink" Target="https://journals.plos.org/plosone/article?id=10.1371/journal.pone.034447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2026-07-06 — 2026-07-13</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Oncogenic PIK3CA mutation enhances tumor immunogenicity through the IRF1-NLRC5-M…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rs2032582 polymorphism of ATP binding cassette subfamily B member 1 affect the 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Combining genotoxic gut bacterial strains increases tumor burden and accelerates…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Suppression of the myofibroblastic cancer-associated fibroblast phenotype to enh…</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Ethyl caffeate reprograms tumor-associated macrophages to enhance CD8+ T-cell im…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Cancer and Mesothelial Stromal Cell Lines from Malignant Ascites Reveals a Mes…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KLK7 overexpression promotes an aggressive phenotype and facilitates peritoneal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Integrative network pharmacology and machine learning identify potential targets…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ORCHESTRA 試驗評估減瘤手術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針對轉移性大腸癌患者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結果顯示生存益處有限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手術併發症引發關注</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需要替代治療策略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Oncogenic PIK3CA mutation enhances tumor immunogenicity through the IRF1-NLRC5-MHC-I axis in urothelial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for immunotherapy of cancer  ·  IF 10.9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PIK3CA突變增強腫瘤免疫性。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較高的TMB與ICI反應相關。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IRF1-NLRC5-MHC-I通路被激活。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功能研究確認免疫反應。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體內模型驗證治療意義。</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 Yu-Li, Huang Shih-Yu, Kuo Chung-Wen et al.. Journal for immunotherapy of cancer. 2026-07-08 DOI: 10.1136/jitc-2026-014770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excrementihominis加重結腸炎嚴重性。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NETosis活化與炎症相關。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研究建議新治療策略。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rs2032582 polymorphism of ATP binding cassette subfamily B member 1 affect the susceptibility of inflammatory bowel disease: a systematical meta-analysis based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Colorectal Disease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rs2032582 多態性與 IBD 風險相關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系統性分析多項研究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與克隆病有顯著關聯</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Chen, H Zhang, G Tao. International Journal of Colorectal Disease.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Combining genotoxic gut bacterial strains increases tumor burden and accelerates onset in a germ-free mouse model of colon carcinogenesis.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reports  ·  IF 8.8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使用無菌小鼠進行研究。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測試19種人類糞便微生物。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基因毒性預測腫瘤微生物。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結合菌株增加腫瘤負擔。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菌株平衡影響腫瘤發生。</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Plitt Tamar, Piessevaux Alix, Rajpal Urvija et al.. Cell reports. 2026-07-07 DOI: 10.1016/j.celrep.2026.117645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Suppression of the myofibroblastic cancer-associated fibroblast phenotype to enhance anti-PD-1 response.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experimental &amp; clinical cancer research : CR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CAFs 調節腫瘤生長及免疫反應。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myCAFs 抑制 CD8+ T 細胞浸潤。</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Nilotinib 降低 myCAF 標記及腫瘤大小。</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聯合療法增強抗 PD-1 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 CRC CAFs 的疾病特異性標記。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Johnson Katherine A, Lippert Anna E L, Cornelio Alec et al.. Journal of experimental &amp; clinical cancer research : CR. 2026-07-10 DOI: 10.1186/s13046-026-03779-3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Ethyl caffeate reprograms tumor-associated macrophages to enhance CD8+ T-cell immunity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cancer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Ethyl caffeate 增強 CD8+ T 細胞免疫。</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巨噬細胞極化向 M1 型表型。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 CRC 模型中顯著抑制腫瘤生長。</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Bao Zhixian, Gao Jie, Cheng Xinhong et al.. BMC cancer. 2026-07-05 DOI: 10.1186/s12885-026-16469-2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Cancer and Mesothelial Stromal Cell Lines from Malignant Ascites Reveals a Mesothelial‐Stromal FGFR3 Axis as a Potential Vulnerability in Peritoneal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大腸癌治療面臨挑戰。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腹膜轉移預後不佳。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FGFR3 軸為潛在弱點。</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Fukui, H Kasashima, Z Wang.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KLK7 overexpression promotes an aggressive phenotype and facilitates peritoneal dissemination in colorectal cancer cells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FEBS Open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KLK7過表達與侵襲性CRC相關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促進癌細胞腹膜擴散</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體外研究確認侵襲性表型</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YZ Haffani, T Dreyer, M Naim. FEBS Open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Integrative network pharmacology and machine learning identify potential targets of indole-3-lactic acid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Plos one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網絡藥理學識別ILA靶點。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機器學習增強靶點預測。</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ILA顯示抗氧化和抗炎作用。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Li, J Zhang, J Ke. Plos one.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**腸道微生物與腫瘤發生的關聯性**  </a:t>
            </a:r>
            <a:endParaRPr lang="en-US" sz="1200" dirty="0"/>
          </a:p>
          <a:p>
            <a:pPr indent="0" marL="0">
              <a:lnSpc>
                <a:spcPct val="150000"/>
              </a:lnSpc>
              <a:buNone/>
            </a:pPr>
            <a:r>
              <a:rPr lang="en-US" sz="1200" dirty="0">
                <a:solidFill>
                  <a:srgbClr val="FFFFFF"/>
                </a:solidFill>
              </a:rPr>
              <a:t>   The studies emphasize the significant role of gut microbiota in tumorigenesis, particularly in colorectal cancer, suggesting that specific bacterial strains can exacerbate or mitigate cancer progression.  </a:t>
            </a:r>
            <a:endParaRPr lang="en-US" sz="1200" dirty="0"/>
          </a:p>
          <a:p>
            <a:pPr indent="0" marL="0">
              <a:lnSpc>
                <a:spcPct val="150000"/>
              </a:lnSpc>
              <a:buNone/>
            </a:pPr>
            <a:r>
              <a:rPr lang="en-US" sz="1200" dirty="0">
                <a:solidFill>
                  <a:srgbClr val="FFFFFF"/>
                </a:solidFill>
              </a:rPr>
              <a:t>   研究強調腸道微生物在腫瘤發生中的重要角色，特別是在結直腸癌中，某些細菌株可能加劇或減緩癌症進展。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**免疫微環境的調控**  </a:t>
            </a:r>
            <a:endParaRPr lang="en-US" sz="1200" dirty="0"/>
          </a:p>
          <a:p>
            <a:pPr indent="0" marL="0">
              <a:lnSpc>
                <a:spcPct val="150000"/>
              </a:lnSpc>
              <a:buNone/>
            </a:pPr>
            <a:r>
              <a:rPr lang="en-US" sz="1200" dirty="0">
                <a:solidFill>
                  <a:srgbClr val="FFFFFF"/>
                </a:solidFill>
              </a:rPr>
              <a:t>   The modulation of the tumor immune microenvironment, particularly through cancer-associated fibroblasts and macrophages, is crucial for enhancing the efficacy of immunotherapies in colorectal cancer.  </a:t>
            </a:r>
            <a:endParaRPr lang="en-US" sz="1200" dirty="0"/>
          </a:p>
          <a:p>
            <a:pPr indent="0" marL="0">
              <a:lnSpc>
                <a:spcPct val="150000"/>
              </a:lnSpc>
              <a:buNone/>
            </a:pPr>
            <a:r>
              <a:rPr lang="en-US" sz="1200" dirty="0">
                <a:solidFill>
                  <a:srgbClr val="FFFFFF"/>
                </a:solidFill>
              </a:rPr>
              <a:t>   腫瘤免疫微環境的調控，特別是通過癌症相關成纖維細胞和巨噬細胞，對於提高結直腸癌免疫療法的療效至關重要。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**基因變異作為預測生物標誌物**  </a:t>
            </a:r>
            <a:endParaRPr lang="en-US" sz="1200" dirty="0"/>
          </a:p>
          <a:p>
            <a:pPr indent="0" marL="0">
              <a:lnSpc>
                <a:spcPct val="150000"/>
              </a:lnSpc>
              <a:buNone/>
            </a:pPr>
            <a:r>
              <a:rPr lang="en-US" sz="1200" dirty="0">
                <a:solidFill>
                  <a:srgbClr val="FFFFFF"/>
                </a:solidFill>
              </a:rPr>
              <a:t>   Genetic alterations, such as PIK3CA mutations and polymorphisms in ATP binding cassette genes, may serve as predictive biomarkers for therapeutic responses in colorectal and other cancers.  </a:t>
            </a:r>
            <a:endParaRPr lang="en-US" sz="1200" dirty="0"/>
          </a:p>
          <a:p>
            <a:pPr indent="0" marL="0">
              <a:lnSpc>
                <a:spcPct val="150000"/>
              </a:lnSpc>
              <a:buNone/>
            </a:pPr>
            <a:r>
              <a:rPr lang="en-US" sz="1200" dirty="0">
                <a:solidFill>
                  <a:srgbClr val="FFFFFF"/>
                </a:solidFill>
              </a:rPr>
              <a:t>   基因變異，如PIK3CA突變和ATP結合盒基因的多態性，可能作為結直腸癌及其他癌症治療反應的預測生物標誌物。</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**新型治療策略的開發**  </a:t>
            </a:r>
            <a:endParaRPr lang="en-US" sz="1200" dirty="0"/>
          </a:p>
          <a:p>
            <a:pPr indent="0" marL="0">
              <a:lnSpc>
                <a:spcPct val="150000"/>
              </a:lnSpc>
              <a:buNone/>
            </a:pPr>
            <a:r>
              <a:rPr lang="en-US" sz="1200" dirty="0">
                <a:solidFill>
                  <a:srgbClr val="FFFFFF"/>
                </a:solidFill>
              </a:rPr>
              <a:t>   The identification of novel therapeutic targets, including metabolic pathways and immune modulation strategies, presents new opportunities for improving treatment outcomes in colorectal cancer.  </a:t>
            </a:r>
            <a:endParaRPr lang="en-US" sz="1200" dirty="0"/>
          </a:p>
          <a:p>
            <a:pPr indent="0" marL="0">
              <a:lnSpc>
                <a:spcPct val="150000"/>
              </a:lnSpc>
              <a:buNone/>
            </a:pPr>
            <a:r>
              <a:rPr lang="en-US" sz="1200" dirty="0">
                <a:solidFill>
                  <a:srgbClr val="FFFFFF"/>
                </a:solidFill>
              </a:rPr>
              <a:t>   新型治療靶點的識別，包括代謝途徑和免疫調控策略，為改善結直腸癌的治療結果提供了新的機會。</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**環境因素對癌症的影響**  </a:t>
            </a:r>
            <a:endParaRPr lang="en-US" sz="1200" dirty="0"/>
          </a:p>
          <a:p>
            <a:pPr indent="0" marL="0">
              <a:lnSpc>
                <a:spcPct val="150000"/>
              </a:lnSpc>
              <a:buNone/>
            </a:pPr>
            <a:r>
              <a:rPr lang="en-US" sz="1200" dirty="0">
                <a:solidFill>
                  <a:srgbClr val="FFFFFF"/>
                </a:solidFill>
              </a:rPr>
              <a:t>   Environmental factors, including dietary components and microbial metabolites, play a critical role in the pathogenesis of inflammatory bowel diseases and colorectal cancer.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環境因素，包括飲食成分和微生物代謝物，在炎症性腸病和結直腸癌的發病機制中扮演著關鍵角色。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**腸道微生物的功能研究**  </a:t>
            </a:r>
            <a:endParaRPr lang="en-US" sz="1200" dirty="0"/>
          </a:p>
          <a:p>
            <a:pPr indent="0" marL="0">
              <a:lnSpc>
                <a:spcPct val="150000"/>
              </a:lnSpc>
              <a:buNone/>
            </a:pPr>
            <a:r>
              <a:rPr lang="en-US" sz="1200" dirty="0">
                <a:solidFill>
                  <a:srgbClr val="FFFFFF"/>
                </a:solidFill>
              </a:rPr>
              <a:t>   Future studies should focus on elucidating the specific mechanisms by which gut microbiota influence tumorigenesis and the immune response in colorectal cancer.  </a:t>
            </a:r>
            <a:endParaRPr lang="en-US" sz="1200" dirty="0"/>
          </a:p>
          <a:p>
            <a:pPr indent="0" marL="0">
              <a:lnSpc>
                <a:spcPct val="150000"/>
              </a:lnSpc>
              <a:buNone/>
            </a:pPr>
            <a:r>
              <a:rPr lang="en-US" sz="1200" dirty="0">
                <a:solidFill>
                  <a:srgbClr val="FFFFFF"/>
                </a:solidFill>
              </a:rPr>
              <a:t>   未來的研究應集中於闡明腸道微生物如何影響結直腸癌的腫瘤發生和免疫反應的具體機制。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**個體化免疫療法的發展**  </a:t>
            </a:r>
            <a:endParaRPr lang="en-US" sz="1200" dirty="0"/>
          </a:p>
          <a:p>
            <a:pPr indent="0" marL="0">
              <a:lnSpc>
                <a:spcPct val="150000"/>
              </a:lnSpc>
              <a:buNone/>
            </a:pPr>
            <a:r>
              <a:rPr lang="en-US" sz="1200" dirty="0">
                <a:solidFill>
                  <a:srgbClr val="FFFFFF"/>
                </a:solidFill>
              </a:rPr>
              <a:t>   Research should explore the potential of personalized immunotherapy approaches based on individual genetic and microbiome profiles to improve treatment efficacy.  </a:t>
            </a:r>
            <a:endParaRPr lang="en-US" sz="1200" dirty="0"/>
          </a:p>
          <a:p>
            <a:pPr indent="0" marL="0">
              <a:lnSpc>
                <a:spcPct val="150000"/>
              </a:lnSpc>
              <a:buNone/>
            </a:pPr>
            <a:r>
              <a:rPr lang="en-US" sz="1200" dirty="0">
                <a:solidFill>
                  <a:srgbClr val="FFFFFF"/>
                </a:solidFill>
              </a:rPr>
              <a:t>   研究應探討基於個體基因和微生物組特徵的個性化免疫療法的潛力，以提高治療效果。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**新型生物標誌物的探索**  </a:t>
            </a:r>
            <a:endParaRPr lang="en-US" sz="1200" dirty="0"/>
          </a:p>
          <a:p>
            <a:pPr indent="0" marL="0">
              <a:lnSpc>
                <a:spcPct val="150000"/>
              </a:lnSpc>
              <a:buNone/>
            </a:pPr>
            <a:r>
              <a:rPr lang="en-US" sz="1200" dirty="0">
                <a:solidFill>
                  <a:srgbClr val="FFFFFF"/>
                </a:solidFill>
              </a:rPr>
              <a:t>   There is a need for the identification and validation of new biomarkers that can predict responses to immunotherapy and targeted therapies in colorectal cancer.  </a:t>
            </a:r>
            <a:endParaRPr lang="en-US" sz="1200" dirty="0"/>
          </a:p>
          <a:p>
            <a:pPr indent="0" marL="0">
              <a:lnSpc>
                <a:spcPct val="150000"/>
              </a:lnSpc>
              <a:buNone/>
            </a:pPr>
            <a:r>
              <a:rPr lang="en-US" sz="1200" dirty="0">
                <a:solidFill>
                  <a:srgbClr val="FFFFFF"/>
                </a:solidFill>
              </a:rPr>
              <a:t>   需要識別和驗證新的生物標誌物，以預測結直腸癌對免疫療法和靶向療法的反應。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**環境與遺傳交互作用的研究**  </a:t>
            </a:r>
            <a:endParaRPr lang="en-US" sz="1200" dirty="0"/>
          </a:p>
          <a:p>
            <a:pPr indent="0" marL="0">
              <a:lnSpc>
                <a:spcPct val="150000"/>
              </a:lnSpc>
              <a:buNone/>
            </a:pPr>
            <a:r>
              <a:rPr lang="en-US" sz="1200" dirty="0">
                <a:solidFill>
                  <a:srgbClr val="FFFFFF"/>
                </a:solidFill>
              </a:rPr>
              <a:t>   Investigating the interplay between environmental factors and genetic predispositions in colorectal cancer can provide insights into prevention and treatment strategies.  </a:t>
            </a:r>
            <a:endParaRPr lang="en-US" sz="1200" dirty="0"/>
          </a:p>
          <a:p>
            <a:pPr indent="0" marL="0">
              <a:lnSpc>
                <a:spcPct val="150000"/>
              </a:lnSpc>
              <a:buNone/>
            </a:pPr>
            <a:r>
              <a:rPr lang="en-US" sz="1200" dirty="0">
                <a:solidFill>
                  <a:srgbClr val="FFFFFF"/>
                </a:solidFill>
              </a:rPr>
              <a:t>   研究環境因素與遺傳易感性在結直腸癌中的相互作用，可以為預防和治療策略提供見解。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**新療法的臨床試驗**  </a:t>
            </a:r>
            <a:endParaRPr lang="en-US" sz="1200" dirty="0"/>
          </a:p>
          <a:p>
            <a:pPr indent="0" marL="0">
              <a:lnSpc>
                <a:spcPct val="150000"/>
              </a:lnSpc>
              <a:buNone/>
            </a:pPr>
            <a:r>
              <a:rPr lang="en-US" sz="1200" dirty="0">
                <a:solidFill>
                  <a:srgbClr val="FFFFFF"/>
                </a:solidFill>
              </a:rPr>
              <a:t>   Clinical trials should be initiated to test the efficacy of novel therapeutic agents and combinations, particularly those targeting the tumor microenvironment and immune modulation.  </a:t>
            </a:r>
            <a:endParaRPr lang="en-US" sz="1200" dirty="0"/>
          </a:p>
          <a:p>
            <a:pPr indent="0" marL="0">
              <a:lnSpc>
                <a:spcPct val="150000"/>
              </a:lnSpc>
              <a:buNone/>
            </a:pPr>
            <a:r>
              <a:rPr lang="en-US" sz="1200" dirty="0">
                <a:solidFill>
                  <a:srgbClr val="FFFFFF"/>
                </a:solidFill>
              </a:rPr>
              <a:t>   應啟動臨床試驗，以測試新型治療劑和組合的療效，特別是針對腫瘤微環境和免疫調控的療法。</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2026-07-13T04:31:19Z</dcterms:created>
  <dcterms:modified xsi:type="dcterms:W3CDTF">2026-07-13T04:31:19Z</dcterms:modified>
</cp:coreProperties>
</file>