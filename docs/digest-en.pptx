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02/ptr.70329" TargetMode="External"/><Relationship Id="rId2" Type="http://schemas.openxmlformats.org/officeDocument/2006/relationships/hyperlink" Target="https://doi.org/10.1002/ptr.7032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16/j.jconrel.2026.114827" TargetMode="External"/><Relationship Id="rId2" Type="http://schemas.openxmlformats.org/officeDocument/2006/relationships/hyperlink" Target="https://doi.org/10.1016/j.jconrel.2026.114827"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208/s12249-026-03441-3" TargetMode="External"/><Relationship Id="rId2" Type="http://schemas.openxmlformats.org/officeDocument/2006/relationships/hyperlink" Target="https://doi.org/10.1208/s12249-026-03441-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onlinelibrary.wiley.com/doi/abs/10.1002/cam4.71804" TargetMode="External"/><Relationship Id="rId2" Type="http://schemas.openxmlformats.org/officeDocument/2006/relationships/hyperlink" Target="https://onlinelibrary.wiley.com/doi/abs/10.1002/cam4.71804"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acrjournals.org/cancerres/article/86/7_Supplement/4476/777724" TargetMode="External"/><Relationship Id="rId2" Type="http://schemas.openxmlformats.org/officeDocument/2006/relationships/hyperlink" Target="https://aacrjournals.org/cancerres/article/86/7_Supplement/4476/777724"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sciencedirect.com/science/article/pii/S0731708526000312" TargetMode="External"/><Relationship Id="rId2" Type="http://schemas.openxmlformats.org/officeDocument/2006/relationships/hyperlink" Target="https://www.sciencedirect.com/science/article/pii/S0731708526000312"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2026-05-04 — 2026-05-11</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Mechanism of Cucurbitacin B Targeting ZNF70/NLRP3 Axis Against Inflammation-Asso…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Immunogenic cell death-primed autophagosome vaccines drive dendritic cell cross-…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Engineering Bilosomal Nanocarriers for Targeted Delivery of Resveratrol: Rationa…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Cancer and Mesothelial Stromal Cell Lines from Malignant Ascites Reveals a Mes…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Mechanism of Acetyl-L-Carnitine on Colorectal Cancer and Its Metabolomic Stu…</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 excrementihominis worsens colitis severity.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Pathogenic NETosis activation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link to colorectal cancer.</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Mechanism of Cucurbitacin B Targeting ZNF70/NLRP3 Axis Against Inflammation-Associated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Phytotherapy research : PTR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Cucurbitacin B targets ZNF70/NLRP3 axis.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Reduces inflammation-associated CRC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Non-toxic to major organs in mice.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Cao Shen, Tai Yi, Wang Yuhan et al.. Phytotherapy research : PTR. 2026-05-09 DOI: 10.1002/ptr.70329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(HIPEC)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advanced colorectal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Impact on peritoneal metastases assessed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Clinical outcomes and survival rates analyzed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 a prognostic biomarker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 conducted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awareness of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better patient education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Research gaps in management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Immunogenic cell death-primed autophagosome vaccines drive dendritic cell cross-presentation and suppress colon cancer metastasis.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controlled release : official journal of the Controlled Release Society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ICD enhances tumor antigen release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ICAPs improve dendritic cell cross-presentation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90% tumor clearance in mouse model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Boosts CD8+ T cell immunity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personalized cancer vaccines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Xu Hongbo, Zhao Siyu, Shi Tianzi et al.. Journal of controlled release : official journal of the Controlled Release Society. 2026-04-03 DOI: 10.1016/j.jconrel.2026.114827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Engineering Bilosomal Nanocarriers for Targeted Delivery of Resveratrol: Rational Design, Radiotracking Insights and Cytotoxic Assessment.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AAPS PharmSciTech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Resveratrol suffers from poor solubility.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Bilosomes enhanced tumor accumulation significantly.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Radiotracking enabled precise biodistribution measurement.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Attallah Khaled M, Hatem Shymaa, Sayyed Marwa Eid. AAPS PharmSciTech. 2026-05-07 DOI: 10.1208/s12249-026-03441-3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Cancer and Mesothelial Stromal Cell Lines from Malignant Ascites Reveals a Mesothelial‐Stromal FGFR3 Axis as a Potential Vulnerability in Peritoneal Metastasis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Colorectal cancer poses treatment challenges.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Mesothelial-stromal FGFR3 axis identified.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vulnerability in peritoneal metastasis.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 Fukui, H Kasashima, Z Wang.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pmCRC shows poor prognosis compared to other metastases.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PARP inhibitors may benefit specific molecular subgroups.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Preclinical models used patient-derived xenografts.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Dahlmann, B Rau, S Gül-Klein.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Mechanism of Acetyl-L-Carnitine on Colorectal Cancer and Its Metabolomic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Pharmaceutical and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Acetyl-L-Carnitine inhibits tumor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 vivo studies confirm ALC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Metabolomic analysis reveals mechanisms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Ning, C Cai, X Fan. Journal of Pharmaceutical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**腸道微生物與癌症的關聯**</a:t>
            </a:r>
            <a:endParaRPr lang="en-US" sz="1200" dirty="0"/>
          </a:p>
          <a:p>
            <a:pPr indent="0" marL="0">
              <a:lnSpc>
                <a:spcPct val="150000"/>
              </a:lnSpc>
              <a:buNone/>
            </a:pPr>
            <a:r>
              <a:rPr lang="en-US" sz="1200" dirty="0">
                <a:solidFill>
                  <a:srgbClr val="FFFFFF"/>
                </a:solidFill>
              </a:rPr>
              <a:t>   - The study of *Parasutterella excrementihominis* highlights the significant role of gut microbiota in exacerbating colitis and promoting colorectal cancer, suggesting that microbial interactions may be critical in cancer development.</a:t>
            </a:r>
            <a:endParaRPr lang="en-US" sz="1200" dirty="0"/>
          </a:p>
          <a:p>
            <a:pPr indent="0" marL="0">
              <a:lnSpc>
                <a:spcPct val="150000"/>
              </a:lnSpc>
              <a:buNone/>
            </a:pPr>
            <a:r>
              <a:rPr lang="en-US" sz="1200" dirty="0">
                <a:solidFill>
                  <a:srgbClr val="FFFFFF"/>
                </a:solidFill>
              </a:rPr>
              <a:t>   - *Parasutterella excrementihominis*的研究突顯腸道微生物在加重結腸炎和促進結直腸癌中的重要角色，暗示微生物相互作用可能在癌症發展中至關重要。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**植物提取物的潛力**</a:t>
            </a:r>
            <a:endParaRPr lang="en-US" sz="1200" dirty="0"/>
          </a:p>
          <a:p>
            <a:pPr indent="0" marL="0">
              <a:lnSpc>
                <a:spcPct val="150000"/>
              </a:lnSpc>
              <a:buNone/>
            </a:pPr>
            <a:r>
              <a:rPr lang="en-US" sz="1200" dirty="0">
                <a:solidFill>
                  <a:srgbClr val="FFFFFF"/>
                </a:solidFill>
              </a:rPr>
              <a:t>   - Cucurbitacin B's ability to target the ZNF70/NLRP3 axis offers promising therapeutic avenues for managing inflammation-associated colorectal cancer, demonstrating the potential of natural compounds in cancer treatment.</a:t>
            </a:r>
            <a:endParaRPr lang="en-US" sz="1200" dirty="0"/>
          </a:p>
          <a:p>
            <a:pPr indent="0" marL="0">
              <a:lnSpc>
                <a:spcPct val="150000"/>
              </a:lnSpc>
              <a:buNone/>
            </a:pPr>
            <a:r>
              <a:rPr lang="en-US" sz="1200" dirty="0">
                <a:solidFill>
                  <a:srgbClr val="FFFFFF"/>
                </a:solidFill>
              </a:rPr>
              <a:t>   - Cucurbitacin B針對ZNF70/NLRP3軸的能力為管理與炎症相關的結直腸癌提供了有希望的治療途徑，顯示天然化合物在癌症治療中的潛力。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**系統性免疫炎症指數的預測價值**</a:t>
            </a:r>
            <a:endParaRPr lang="en-US" sz="1200" dirty="0"/>
          </a:p>
          <a:p>
            <a:pPr indent="0" marL="0">
              <a:lnSpc>
                <a:spcPct val="150000"/>
              </a:lnSpc>
              <a:buNone/>
            </a:pPr>
            <a:r>
              <a:rPr lang="en-US" sz="1200" dirty="0">
                <a:solidFill>
                  <a:srgbClr val="FFFFFF"/>
                </a:solidFill>
              </a:rPr>
              <a:t>   - The systemic immune-inflammation index (SII) has emerged as a significant prognostic biomarker for colorectal cancer, indicating that immune response metrics can be crucial in predicting patient outcomes.</a:t>
            </a:r>
            <a:endParaRPr lang="en-US" sz="1200" dirty="0"/>
          </a:p>
          <a:p>
            <a:pPr indent="0" marL="0">
              <a:lnSpc>
                <a:spcPct val="150000"/>
              </a:lnSpc>
              <a:buNone/>
            </a:pPr>
            <a:r>
              <a:rPr lang="en-US" sz="1200" dirty="0">
                <a:solidFill>
                  <a:srgbClr val="FFFFFF"/>
                </a:solidFill>
              </a:rPr>
              <a:t>   - 系統性免疫炎症指數(SII)已成為結直腸癌的重要預後生物標誌，表明免疫反應指標在預測患者結果中的關鍵性。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**癌症疫苗的挑戰與機會**</a:t>
            </a:r>
            <a:endParaRPr lang="en-US" sz="1200" dirty="0"/>
          </a:p>
          <a:p>
            <a:pPr indent="0" marL="0">
              <a:lnSpc>
                <a:spcPct val="150000"/>
              </a:lnSpc>
              <a:buNone/>
            </a:pPr>
            <a:r>
              <a:rPr lang="en-US" sz="1200" dirty="0">
                <a:solidFill>
                  <a:srgbClr val="FFFFFF"/>
                </a:solidFill>
              </a:rPr>
              <a:t>   - Research on immunogenic cell death and its implications for cancer vaccines reveals both the potential and the challenges in developing effective immunotherapies for colorectal cancer.</a:t>
            </a:r>
            <a:endParaRPr lang="en-US" sz="1200" dirty="0"/>
          </a:p>
          <a:p>
            <a:pPr indent="0" marL="0">
              <a:lnSpc>
                <a:spcPct val="150000"/>
              </a:lnSpc>
              <a:buNone/>
            </a:pPr>
            <a:r>
              <a:rPr lang="en-US" sz="1200" dirty="0">
                <a:solidFill>
                  <a:srgbClr val="FFFFFF"/>
                </a:solidFill>
              </a:rPr>
              <a:t>   - 關於免疫原性細胞死亡及其對癌症疫苗的影響的研究揭示了開發有效結直腸癌免疫療法的潛力與挑戰。</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**轉移性結直腸癌的治療新策略**</a:t>
            </a:r>
            <a:endParaRPr lang="en-US" sz="1200" dirty="0"/>
          </a:p>
          <a:p>
            <a:pPr indent="0" marL="0">
              <a:lnSpc>
                <a:spcPct val="150000"/>
              </a:lnSpc>
              <a:buNone/>
            </a:pPr>
            <a:r>
              <a:rPr lang="en-US" sz="1200" dirty="0">
                <a:solidFill>
                  <a:srgbClr val="FFFFFF"/>
                </a:solidFill>
              </a:rPr>
              <a:t>   - The exploration of novel delivery systems, such as bilosomal nanocarriers for resveratrol, underscores the need for innovative approaches to enhance drug bioavailability in colorectal cancer treatment.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探索如用於白藜蘆醇的雙層納米載體等新型給藥系統，強調了在結直腸癌治療中增強藥物生物利用度的創新方法的必要性。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**微生物組與癌症的機制研究**</a:t>
            </a:r>
            <a:endParaRPr lang="en-US" sz="1200" dirty="0"/>
          </a:p>
          <a:p>
            <a:pPr indent="0" marL="0">
              <a:lnSpc>
                <a:spcPct val="150000"/>
              </a:lnSpc>
              <a:buNone/>
            </a:pPr>
            <a:r>
              <a:rPr lang="en-US" sz="1200" dirty="0">
                <a:solidFill>
                  <a:srgbClr val="FFFFFF"/>
                </a:solidFill>
              </a:rPr>
              <a:t>   - Future studies should focus on elucidating the mechanisms by which gut microbiota influence inflammation and colorectal carcinogenesis, potentially leading to targeted microbiome therapies.</a:t>
            </a:r>
            <a:endParaRPr lang="en-US" sz="1200" dirty="0"/>
          </a:p>
          <a:p>
            <a:pPr indent="0" marL="0">
              <a:lnSpc>
                <a:spcPct val="150000"/>
              </a:lnSpc>
              <a:buNone/>
            </a:pPr>
            <a:r>
              <a:rPr lang="en-US" sz="1200" dirty="0">
                <a:solidFill>
                  <a:srgbClr val="FFFFFF"/>
                </a:solidFill>
              </a:rPr>
              <a:t>   - 未來的研究應集中於闡明腸道微生物如何影響炎症和結直腸癌發生的機制，可能導致針對微生物組的治療。</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**天然化合物的臨床應用**</a:t>
            </a:r>
            <a:endParaRPr lang="en-US" sz="1200" dirty="0"/>
          </a:p>
          <a:p>
            <a:pPr indent="0" marL="0">
              <a:lnSpc>
                <a:spcPct val="150000"/>
              </a:lnSpc>
              <a:buNone/>
            </a:pPr>
            <a:r>
              <a:rPr lang="en-US" sz="1200" dirty="0">
                <a:solidFill>
                  <a:srgbClr val="FFFFFF"/>
                </a:solidFill>
              </a:rPr>
              <a:t>   - Investigating the clinical efficacy and safety of natural compounds like Cucurbitacin B in diverse populations could provide insights into their therapeutic potential in colorectal cancer.</a:t>
            </a:r>
            <a:endParaRPr lang="en-US" sz="1200" dirty="0"/>
          </a:p>
          <a:p>
            <a:pPr indent="0" marL="0">
              <a:lnSpc>
                <a:spcPct val="150000"/>
              </a:lnSpc>
              <a:buNone/>
            </a:pPr>
            <a:r>
              <a:rPr lang="en-US" sz="1200" dirty="0">
                <a:solidFill>
                  <a:srgbClr val="FFFFFF"/>
                </a:solidFill>
              </a:rPr>
              <a:t>   - 研究天然化合物如Cucurbitacin B在不同人群中的臨床療效和安全性，可能為其在結直腸癌中的治療潛力提供見解。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**整合免疫指標於預後模型**</a:t>
            </a:r>
            <a:endParaRPr lang="en-US" sz="1200" dirty="0"/>
          </a:p>
          <a:p>
            <a:pPr indent="0" marL="0">
              <a:lnSpc>
                <a:spcPct val="150000"/>
              </a:lnSpc>
              <a:buNone/>
            </a:pPr>
            <a:r>
              <a:rPr lang="en-US" sz="1200" dirty="0">
                <a:solidFill>
                  <a:srgbClr val="FFFFFF"/>
                </a:solidFill>
              </a:rPr>
              <a:t>   - Integrating systemic immune-inflammation indices into existing prognostic models could enhance predictive accuracy for patient outcomes in colorectal cancer.</a:t>
            </a:r>
            <a:endParaRPr lang="en-US" sz="1200" dirty="0"/>
          </a:p>
          <a:p>
            <a:pPr indent="0" marL="0">
              <a:lnSpc>
                <a:spcPct val="150000"/>
              </a:lnSpc>
              <a:buNone/>
            </a:pPr>
            <a:r>
              <a:rPr lang="en-US" sz="1200" dirty="0">
                <a:solidFill>
                  <a:srgbClr val="FFFFFF"/>
                </a:solidFill>
              </a:rPr>
              <a:t>   - 將系統性免疫炎症指數整合進現有的預後模型中，可能提高對結直腸癌患者結果的預測準確性。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**新型疫苗策略的開發**</a:t>
            </a:r>
            <a:endParaRPr lang="en-US" sz="1200" dirty="0"/>
          </a:p>
          <a:p>
            <a:pPr indent="0" marL="0">
              <a:lnSpc>
                <a:spcPct val="150000"/>
              </a:lnSpc>
              <a:buNone/>
            </a:pPr>
            <a:r>
              <a:rPr lang="en-US" sz="1200" dirty="0">
                <a:solidFill>
                  <a:srgbClr val="FFFFFF"/>
                </a:solidFill>
              </a:rPr>
              <a:t>   - Research should explore innovative vaccine strategies that enhance the efficacy of immunogenic cell death in colorectal cancer, focusing on overcoming current limitations.</a:t>
            </a:r>
            <a:endParaRPr lang="en-US" sz="1200" dirty="0"/>
          </a:p>
          <a:p>
            <a:pPr indent="0" marL="0">
              <a:lnSpc>
                <a:spcPct val="150000"/>
              </a:lnSpc>
              <a:buNone/>
            </a:pPr>
            <a:r>
              <a:rPr lang="en-US" sz="1200" dirty="0">
                <a:solidFill>
                  <a:srgbClr val="FFFFFF"/>
                </a:solidFill>
              </a:rPr>
              <a:t>   - 研究應探索增強免疫原性細胞死亡在結直腸癌中療效的新型疫苗策略，重點克服當前的限制。</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**針對轉移性癌症的新治療方法**</a:t>
            </a:r>
            <a:endParaRPr lang="en-US" sz="1200" dirty="0"/>
          </a:p>
          <a:p>
            <a:pPr indent="0" marL="0">
              <a:lnSpc>
                <a:spcPct val="150000"/>
              </a:lnSpc>
              <a:buNone/>
            </a:pPr>
            <a:r>
              <a:rPr lang="en-US" sz="1200" dirty="0">
                <a:solidFill>
                  <a:srgbClr val="FFFFFF"/>
                </a:solidFill>
              </a:rPr>
              <a:t>   - Future investigations should aim at developing targeted therapies for peritoneal metastatic colorectal cancer, focusing on molecularly defined subgroups to improve treatment outcomes.</a:t>
            </a:r>
            <a:endParaRPr lang="en-US" sz="1200" dirty="0"/>
          </a:p>
          <a:p>
            <a:pPr indent="0" marL="0">
              <a:lnSpc>
                <a:spcPct val="150000"/>
              </a:lnSpc>
              <a:buNone/>
            </a:pPr>
            <a:r>
              <a:rPr lang="en-US" sz="1200" dirty="0">
                <a:solidFill>
                  <a:srgbClr val="FFFFFF"/>
                </a:solidFill>
              </a:rPr>
              <a:t>   - 未來的研究應致力於為腹膜轉移性結直腸癌開發針對性的治療方法，專注於分子定義的亞組以改善治療結果。</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2026-05-11T04:59:34Z</dcterms:created>
  <dcterms:modified xsi:type="dcterms:W3CDTF">2026-05-11T04:59:34Z</dcterms:modified>
</cp:coreProperties>
</file>