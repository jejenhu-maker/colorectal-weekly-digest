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jamanetwork.com/journals/jama/article-abstract/2846538" TargetMode="External"/><Relationship Id="rId2" Type="http://schemas.openxmlformats.org/officeDocument/2006/relationships/hyperlink" Target="https://jamanetwork.com/journals/jama/article-abstract/2846538"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jamanetwork.com/journals/jama/article-abstract/2846530" TargetMode="External"/><Relationship Id="rId2" Type="http://schemas.openxmlformats.org/officeDocument/2006/relationships/hyperlink" Target="https://jamanetwork.com/journals/jama/article-abstract/2846530"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gut.bmj.com/content/75/5/920.abstract" TargetMode="External"/><Relationship Id="rId2" Type="http://schemas.openxmlformats.org/officeDocument/2006/relationships/hyperlink" Target="https://gut.bmj.com/content/75/5/920.abstract"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i.org/10.1002/anie.3918717" TargetMode="External"/><Relationship Id="rId2" Type="http://schemas.openxmlformats.org/officeDocument/2006/relationships/hyperlink" Target="https://doi.org/10.1002/anie.3918717"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sciencedirect.com/science/article/pii/S221074012600063X" TargetMode="External"/><Relationship Id="rId2" Type="http://schemas.openxmlformats.org/officeDocument/2006/relationships/hyperlink" Target="https://www.sciencedirect.com/science/article/pii/S221074012600063X"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frontiersin.org/journals/oncology/articles/10.3389/fonc.2026.1616016/full" TargetMode="External"/><Relationship Id="rId2" Type="http://schemas.openxmlformats.org/officeDocument/2006/relationships/hyperlink" Target="https://www.frontiersin.org/journals/oncology/articles/10.3389/fonc.2026.1616016/full"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1245/s10434-025-17363-0" TargetMode="External"/><Relationship Id="rId2" Type="http://schemas.openxmlformats.org/officeDocument/2006/relationships/hyperlink" Target="https://doi.org/10.1245/s10434-025-17363-0"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academic.oup.com/crohnscolitis360/article-abstract/8/1/otag001/8423533" TargetMode="External"/><Relationship Id="rId2" Type="http://schemas.openxmlformats.org/officeDocument/2006/relationships/hyperlink" Target="https://academic.oup.com/crohnscolitis360/article-abstract/8/1/otag001/8423533"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1097/SLA.0000000000006625" TargetMode="External"/><Relationship Id="rId2" Type="http://schemas.openxmlformats.org/officeDocument/2006/relationships/hyperlink" Target="https://doi.org/10.1097/SLA.0000000000006625"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pmc.ncbi.nlm.nih.gov/articles/PMC12968704/" TargetMode="External"/><Relationship Id="rId2" Type="http://schemas.openxmlformats.org/officeDocument/2006/relationships/hyperlink" Target="https://pmc.ncbi.nlm.nih.gov/articles/PMC12968704/"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95000"/>
              </a:lnSpc>
              <a:buNone/>
            </a:pPr>
            <a:r>
              <a:rPr lang="en-US" sz="4800" b="1" dirty="0">
                <a:solidFill>
                  <a:srgbClr val="FFFFFF"/>
                </a:solidFill>
                <a:latin typeface="Arial" pitchFamily="34" charset="0"/>
                <a:ea typeface="Arial" pitchFamily="34" charset="-122"/>
                <a:cs typeface="Arial" pitchFamily="34" charset="-120"/>
              </a:rPr>
              <a:t>Colorectal</a:t>
            </a:r>
            <a:endParaRPr lang="en-US" sz="4800" dirty="0"/>
          </a:p>
          <a:p>
            <a:pPr indent="0" marL="0">
              <a:lnSpc>
                <a:spcPct val="95000"/>
              </a:lnSpc>
              <a:buNone/>
            </a:pPr>
            <a:r>
              <a:rPr lang="en-US" sz="4800" b="1" dirty="0">
                <a:solidFill>
                  <a:srgbClr val="FFFFFF"/>
                </a:solidFill>
                <a:latin typeface="Arial" pitchFamily="34" charset="0"/>
                <a:ea typeface="Arial" pitchFamily="34" charset="-122"/>
                <a:cs typeface="Arial" pitchFamily="34" charset="-120"/>
              </a:rPr>
              <a:t>Surgery</a:t>
            </a:r>
            <a:endParaRPr lang="en-US" sz="48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2026-05-25 — 2026-06-01</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Selected Papers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CONTENTS</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ORCHESTRA hits a sour note for debulking in metastatic colorectal cancer</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Tumor debulking in combination with chemotherapy in multiorgan metastatic colore…</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Parasutterella excrementihominis exacerbates experimental colitis and colitis-as…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Mitochondria-Targeting Iridium(III) Complexes Induce PANoptosis and Ferroptosis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Predictive utility of the C-reactive protein-albumin-lymphocyte (CALLY) index in…</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systemic immune-inflammation index for colorectal cancer: a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Consensus Guideline for the Management of Colorectal Cancer with Peritoneal Meta…</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Awareness of inflammatory bowel disease-associated colorectal cancer risk and it…</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Life After Pelvic Exenteration for Rectal Cancer: The Patient and Carer Perspect…</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Enhanced recovery after surgery pathways and postoperative gastrointestinal func…</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ORCHESTRA hits a sour note for debulking in metastatic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JAMA  ·  IF 63.1</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Cytoreductive surgery with HIPEC evaluated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PRODIGE 7 trial design and objectives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Comparison of treatment outcomes reported</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 Fakih. JAMA.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Tumor debulking in combination with chemotherapy in multiorgan metastatic colorectal cancer: the ORCHESTRA randomized clinical trial</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JAMA  ·  IF 63.1</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Study on tumor debulking effectiveness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Combination with chemotherapy evaluated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Focus on multiorgan metastatic colorectal cancer</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Results from ORCHESTRA randomized trial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Subgroup analysis with P &lt; .05</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EC Gootjes, L Bakkerus, AA Adhin. JAMA.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Parasutterella excrementihominis exacerbates experimental colitis and colitis-associated colorectal cancer via pathogenic NETosis activation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 excrementihominis worsens colitis severity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Pathogenic NETosis activation observed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Impacts colorectal cancer development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Novel therapeutic strategies suggested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Study focuses on immune responses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 Tan, L Huang, J Wang. Gut.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Mitochondria-Targeting Iridium(III) Complexes Induce PANoptosis and Ferroptosis for Boosting Chemoimmunotherapy Against Immune-Desert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Angewandte Chemie (International ed. in English)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Over 80% of CRC cases are MSS.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Iridium(III) complexes induce PANoptosis.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Concurrent ferroptosis enhances immunotherapy.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Mechanism-guided design for mitochondrial targeting.</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Proteomic analysis supports therapeutic efficacy.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Liu Xing, Feng Tao, Yang Xiaoting et al.. Angewandte Chemie (International ed. in English). 2026-05-28 DOI: 10.1002/anie.3918717</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Predictive utility of the C-reactive protein-albumin-lymphocyte (CALLY) index in colorectal cancer: a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Clinics and Research in Hepatology and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CALLY index predicts CRC prognosis.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Meta-analysis of multiple studies conducted.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Inconsistency in previous findings addressed.</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Li, T Chu, W Chen. Clinics and Research in Hepatology and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value of systemic immune-inflammation index for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Oncology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Systemic immune-inflammation index (SII) evaluated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SII as a prognostic biomarker in CRC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Meta-analysis of existing studies conducted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SII correlates with patient outcomes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for clinical application in CRC</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 Wang, H Jiang. Frontiers in Oncology.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Consensus Guideline for the Management of Colorectal Cancer with Peritoneal Metastases.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Annals of surgical oncology  ·  IF 3.8  ·  Prospective Study</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Peritoneum common site for CRC metastases.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Updated 2018 Chicago Consensus Guidelines.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Over 90% consensus on management pathways.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Early referral to PSM centers recommended.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Limited evidence for ctDNA testing utility.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Schultz Kurt S, Bansal Varun V, Wach Michael M et al.. Annals of surgical oncology. 2026-05-19 DOI: 10.1245/s10434-025-17363-0</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Awareness of inflammatory bowel disease-associated colorectal cancer risk and its management in patients with inflammatory bowel disease: a systematic review</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Crohns &amp; Colitis 360  ·  Systematic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Limited awareness of cancer risk</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Need for better patient education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Research gaps in management strategies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F Khan, C Norton, W Czuber-Dochan. Crohns &amp; Colitis 360.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Life After Pelvic Exenteration for Rectal Cancer: The Patient and Carer Perspective on Long-term Consequences and Survivorship.</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Annals of surgery  ·  IF 9.4</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Pelvic exenteration standard for advanced rectal cancer</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Long-term survivors face significant challenges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Participants accept surgery consequences for survival</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Brown Kilian G M, White Kate, Solomon Michael J et al.. Annals of surgery. 2026-05-12 DOI: 10.1097/SLA.0000000000006625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Enhanced recovery after surgery pathways and postoperative gastrointestinal function in colorectal cancer: A prospective cohort study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World journal of gastrointestinal surgery  ·  Prospective Study</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Enhanced recovery pathways improve outcomes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Early enteral nutrition is beneficial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Maintains intestinal mucosal barrier integrity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BH Zhao, CX Bao. World journal of gastrointestinal surgery.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Overall Insights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**手術與化療的整合策略**  </a:t>
            </a:r>
            <a:endParaRPr lang="en-US" sz="1200" dirty="0"/>
          </a:p>
          <a:p>
            <a:pPr indent="0" marL="0">
              <a:lnSpc>
                <a:spcPct val="150000"/>
              </a:lnSpc>
              <a:buNone/>
            </a:pPr>
            <a:r>
              <a:rPr lang="en-US" sz="1200" dirty="0">
                <a:solidFill>
                  <a:srgbClr val="FFFFFF"/>
                </a:solidFill>
              </a:rPr>
              <a:t>   The combination of cytoreductive surgery and hyperthermic intraperitoneal chemotherapy shows limited benefits in metastatic colorectal cancer, highlighting the need for more effective treatment protocols.  </a:t>
            </a:r>
            <a:endParaRPr lang="en-US" sz="1200" dirty="0"/>
          </a:p>
          <a:p>
            <a:pPr indent="0" marL="0">
              <a:lnSpc>
                <a:spcPct val="150000"/>
              </a:lnSpc>
              <a:buNone/>
            </a:pPr>
            <a:r>
              <a:rPr lang="en-US" sz="1200" dirty="0">
                <a:solidFill>
                  <a:srgbClr val="FFFFFF"/>
                </a:solidFill>
              </a:rPr>
              <a:t>   結合細胞減少手術與高溫腹腔化療在轉移性大腸癌中的效果有限，突顯出需要更有效的治療方案。</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**預後指標的變化**  </a:t>
            </a:r>
            <a:endParaRPr lang="en-US" sz="1200" dirty="0"/>
          </a:p>
          <a:p>
            <a:pPr indent="0" marL="0">
              <a:lnSpc>
                <a:spcPct val="150000"/>
              </a:lnSpc>
              <a:buNone/>
            </a:pPr>
            <a:r>
              <a:rPr lang="en-US" sz="1200" dirty="0">
                <a:solidFill>
                  <a:srgbClr val="FFFFFF"/>
                </a:solidFill>
              </a:rPr>
              <a:t>   The prognostic value of indices like the C-reactive protein-albumin-lymphocyte (CALLY) index and systemic immune-inflammation index (SII) remains inconsistent, indicating a need for standardization in their application.  </a:t>
            </a:r>
            <a:endParaRPr lang="en-US" sz="1200" dirty="0"/>
          </a:p>
          <a:p>
            <a:pPr indent="0" marL="0">
              <a:lnSpc>
                <a:spcPct val="150000"/>
              </a:lnSpc>
              <a:buNone/>
            </a:pPr>
            <a:r>
              <a:rPr lang="en-US" sz="1200" dirty="0">
                <a:solidFill>
                  <a:srgbClr val="FFFFFF"/>
                </a:solidFill>
              </a:rPr>
              <a:t>   C-反應蛋白-白蛋白-淋巴細胞（CALLY）指數和系統性免疫炎症指數（SII）的預後價值不一致，顯示其應用需要標準化。</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**腸道微生物與癌症的關聯**  </a:t>
            </a:r>
            <a:endParaRPr lang="en-US" sz="1200" dirty="0"/>
          </a:p>
          <a:p>
            <a:pPr indent="0" marL="0">
              <a:lnSpc>
                <a:spcPct val="150000"/>
              </a:lnSpc>
              <a:buNone/>
            </a:pPr>
            <a:r>
              <a:rPr lang="en-US" sz="1200" dirty="0">
                <a:solidFill>
                  <a:srgbClr val="FFFFFF"/>
                </a:solidFill>
              </a:rPr>
              <a:t>   The role of gut microbiota, particularly Parasutterella excrementihominis, in exacerbating colitis and colorectal cancer suggests potential therapeutic targets for inflammation-driven carcinogenesis.  </a:t>
            </a:r>
            <a:endParaRPr lang="en-US" sz="1200" dirty="0"/>
          </a:p>
          <a:p>
            <a:pPr indent="0" marL="0">
              <a:lnSpc>
                <a:spcPct val="150000"/>
              </a:lnSpc>
              <a:buNone/>
            </a:pPr>
            <a:r>
              <a:rPr lang="en-US" sz="1200" dirty="0">
                <a:solidFill>
                  <a:srgbClr val="FFFFFF"/>
                </a:solidFill>
              </a:rPr>
              <a:t>   腸道微生物，特別是Parasutterella excrementihominis在加重結腸炎和大腸癌中的作用，暗示了針對炎症驅動癌變的潛在治療靶點。</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**術後恢復的重要性**  </a:t>
            </a:r>
            <a:endParaRPr lang="en-US" sz="1200" dirty="0"/>
          </a:p>
          <a:p>
            <a:pPr indent="0" marL="0">
              <a:lnSpc>
                <a:spcPct val="150000"/>
              </a:lnSpc>
              <a:buNone/>
            </a:pPr>
            <a:r>
              <a:rPr lang="en-US" sz="1200" dirty="0">
                <a:solidFill>
                  <a:srgbClr val="FFFFFF"/>
                </a:solidFill>
              </a:rPr>
              <a:t>   Enhanced recovery after surgery pathways significantly improve postoperative gastrointestinal function, emphasizing the importance of postoperative care in colorectal cancer patients.  </a:t>
            </a:r>
            <a:endParaRPr lang="en-US" sz="1200" dirty="0"/>
          </a:p>
          <a:p>
            <a:pPr indent="0" marL="0">
              <a:lnSpc>
                <a:spcPct val="150000"/>
              </a:lnSpc>
              <a:buNone/>
            </a:pPr>
            <a:r>
              <a:rPr lang="en-US" sz="1200" dirty="0">
                <a:solidFill>
                  <a:srgbClr val="FFFFFF"/>
                </a:solidFill>
              </a:rPr>
              <a:t>   手術後恢復途徑顯著改善術後腸道功能，強調了大腸癌患者術後護理的重要性。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**患者與照顧者的經驗**  </a:t>
            </a:r>
            <a:endParaRPr lang="en-US" sz="1200" dirty="0"/>
          </a:p>
          <a:p>
            <a:pPr indent="0" marL="0">
              <a:lnSpc>
                <a:spcPct val="150000"/>
              </a:lnSpc>
              <a:buNone/>
            </a:pPr>
            <a:r>
              <a:rPr lang="en-US" sz="1200" dirty="0">
                <a:solidFill>
                  <a:srgbClr val="FFFFFF"/>
                </a:solidFill>
              </a:rPr>
              <a:t>   Understanding the long-term consequences of pelvic exenteration from the perspectives of patients and caregivers is crucial for improving survivorship care.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Future Directions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從患者和照顧者的角度理解骨盆切除術的長期後果對改善生存照護至關重要。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**個體化治療策略的開發**  </a:t>
            </a:r>
            <a:endParaRPr lang="en-US" sz="1200" dirty="0"/>
          </a:p>
          <a:p>
            <a:pPr indent="0" marL="0">
              <a:lnSpc>
                <a:spcPct val="150000"/>
              </a:lnSpc>
              <a:buNone/>
            </a:pPr>
            <a:r>
              <a:rPr lang="en-US" sz="1200" dirty="0">
                <a:solidFill>
                  <a:srgbClr val="FFFFFF"/>
                </a:solidFill>
              </a:rPr>
              <a:t>   Future studies should focus on developing personalized treatment approaches that integrate genetic, microbiome, and immune profiles for colorectal cancer management.  </a:t>
            </a:r>
            <a:endParaRPr lang="en-US" sz="1200" dirty="0"/>
          </a:p>
          <a:p>
            <a:pPr indent="0" marL="0">
              <a:lnSpc>
                <a:spcPct val="150000"/>
              </a:lnSpc>
              <a:buNone/>
            </a:pPr>
            <a:r>
              <a:rPr lang="en-US" sz="1200" dirty="0">
                <a:solidFill>
                  <a:srgbClr val="FFFFFF"/>
                </a:solidFill>
              </a:rPr>
              <a:t>   未來的研究應著重於開發個體化治療策略，整合基因、微生物組和免疫特徵以管理大腸癌。</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**炎症指標的標準化**  </a:t>
            </a:r>
            <a:endParaRPr lang="en-US" sz="1200" dirty="0"/>
          </a:p>
          <a:p>
            <a:pPr indent="0" marL="0">
              <a:lnSpc>
                <a:spcPct val="150000"/>
              </a:lnSpc>
              <a:buNone/>
            </a:pPr>
            <a:r>
              <a:rPr lang="en-US" sz="1200" dirty="0">
                <a:solidFill>
                  <a:srgbClr val="FFFFFF"/>
                </a:solidFill>
              </a:rPr>
              <a:t>   Research should aim to standardize the use of inflammatory biomarkers like the CALLY index and SII in clinical practice to enhance prognostic accuracy.  </a:t>
            </a:r>
            <a:endParaRPr lang="en-US" sz="1200" dirty="0"/>
          </a:p>
          <a:p>
            <a:pPr indent="0" marL="0">
              <a:lnSpc>
                <a:spcPct val="150000"/>
              </a:lnSpc>
              <a:buNone/>
            </a:pPr>
            <a:r>
              <a:rPr lang="en-US" sz="1200" dirty="0">
                <a:solidFill>
                  <a:srgbClr val="FFFFFF"/>
                </a:solidFill>
              </a:rPr>
              <a:t>   研究應旨在標準化臨床實踐中使用的炎症生物標記，如CALLY指數和SII，以提高預後準確性。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**腸道微生物的介入研究**  </a:t>
            </a:r>
            <a:endParaRPr lang="en-US" sz="1200" dirty="0"/>
          </a:p>
          <a:p>
            <a:pPr indent="0" marL="0">
              <a:lnSpc>
                <a:spcPct val="150000"/>
              </a:lnSpc>
              <a:buNone/>
            </a:pPr>
            <a:r>
              <a:rPr lang="en-US" sz="1200" dirty="0">
                <a:solidFill>
                  <a:srgbClr val="FFFFFF"/>
                </a:solidFill>
              </a:rPr>
              <a:t>   Investigating the therapeutic potential of modulating gut microbiota in colorectal cancer patients could open new avenues for treatment.  </a:t>
            </a:r>
            <a:endParaRPr lang="en-US" sz="1200" dirty="0"/>
          </a:p>
          <a:p>
            <a:pPr indent="0" marL="0">
              <a:lnSpc>
                <a:spcPct val="150000"/>
              </a:lnSpc>
              <a:buNone/>
            </a:pPr>
            <a:r>
              <a:rPr lang="en-US" sz="1200" dirty="0">
                <a:solidFill>
                  <a:srgbClr val="FFFFFF"/>
                </a:solidFill>
              </a:rPr>
              <a:t>   探索調節腸道微生物在大腸癌患者中的治療潛力可能為治療開辟新的途徑。</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**術後恢復的最佳化**  </a:t>
            </a:r>
            <a:endParaRPr lang="en-US" sz="1200" dirty="0"/>
          </a:p>
          <a:p>
            <a:pPr indent="0" marL="0">
              <a:lnSpc>
                <a:spcPct val="150000"/>
              </a:lnSpc>
              <a:buNone/>
            </a:pPr>
            <a:r>
              <a:rPr lang="en-US" sz="1200" dirty="0">
                <a:solidFill>
                  <a:srgbClr val="FFFFFF"/>
                </a:solidFill>
              </a:rPr>
              <a:t>   Further research is needed to optimize enhanced recovery protocols post-surgery, focusing on specific interventions that improve gastrointestinal function.  </a:t>
            </a:r>
            <a:endParaRPr lang="en-US" sz="1200" dirty="0"/>
          </a:p>
          <a:p>
            <a:pPr indent="0" marL="0">
              <a:lnSpc>
                <a:spcPct val="150000"/>
              </a:lnSpc>
              <a:buNone/>
            </a:pPr>
            <a:r>
              <a:rPr lang="en-US" sz="1200" dirty="0">
                <a:solidFill>
                  <a:srgbClr val="FFFFFF"/>
                </a:solidFill>
              </a:rPr>
              <a:t>   需要進一步研究以優化術後恢復方案，專注於改善腸道功能的特定干預措施。</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**患者經驗的質性研究**  </a:t>
            </a:r>
            <a:endParaRPr lang="en-US" sz="1200" dirty="0"/>
          </a:p>
          <a:p>
            <a:pPr indent="0" marL="0">
              <a:lnSpc>
                <a:spcPct val="150000"/>
              </a:lnSpc>
              <a:buNone/>
            </a:pPr>
            <a:r>
              <a:rPr lang="en-US" sz="1200" dirty="0">
                <a:solidFill>
                  <a:srgbClr val="FFFFFF"/>
                </a:solidFill>
              </a:rPr>
              <a:t>   Qualitative studies exploring the experiences of patients and caregivers post-pelvic exenteration can inform better support systems and survivorship programs.  </a:t>
            </a:r>
            <a:endParaRPr lang="en-US" sz="1200" dirty="0"/>
          </a:p>
          <a:p>
            <a:pPr indent="0" marL="0">
              <a:lnSpc>
                <a:spcPct val="150000"/>
              </a:lnSpc>
              <a:buNone/>
            </a:pPr>
            <a:r>
              <a:rPr lang="en-US" sz="1200" dirty="0">
                <a:solidFill>
                  <a:srgbClr val="FFFFFF"/>
                </a:solidFill>
              </a:rPr>
              <a:t>   探索骨盆切除術後患者和照顧者經驗的質性研究可以為更好的支持系統和生存計劃提供信息。</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93192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Colorectal Surgery Weekly Digest</dc:title>
  <dc:subject>PptxGenJS Presentation</dc:subject>
  <dc:creator>Colorectal Weekly Digest</dc:creator>
  <cp:lastModifiedBy>Colorectal Weekly Digest</cp:lastModifiedBy>
  <cp:revision>1</cp:revision>
  <dcterms:created xsi:type="dcterms:W3CDTF">2026-06-01T01:52:28Z</dcterms:created>
  <dcterms:modified xsi:type="dcterms:W3CDTF">2026-06-01T01:52:28Z</dcterms:modified>
</cp:coreProperties>
</file>