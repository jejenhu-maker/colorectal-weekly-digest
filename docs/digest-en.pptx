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jamanetwork.com/journals/jama/article-abstract/2846530" TargetMode="External"/><Relationship Id="rId2" Type="http://schemas.openxmlformats.org/officeDocument/2006/relationships/hyperlink" Target="https://jamanetwork.com/journals/jama/article-abstract/2846530"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16/j.bbi.2026.106818" TargetMode="External"/><Relationship Id="rId2" Type="http://schemas.openxmlformats.org/officeDocument/2006/relationships/hyperlink" Target="https://doi.org/10.1016/j.bbi.2026.106818"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sciencedirect.com/science/article/pii/S221074012600063X" TargetMode="External"/><Relationship Id="rId2" Type="http://schemas.openxmlformats.org/officeDocument/2006/relationships/hyperlink" Target="https://www.sciencedirect.com/science/article/pii/S221074012600063X"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pmc.ncbi.nlm.nih.gov/articles/PMC12968704/" TargetMode="External"/><Relationship Id="rId2" Type="http://schemas.openxmlformats.org/officeDocument/2006/relationships/hyperlink" Target="https://pmc.ncbi.nlm.nih.gov/articles/PMC12968704/"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38/s41420-026-03172-1" TargetMode="External"/><Relationship Id="rId2" Type="http://schemas.openxmlformats.org/officeDocument/2006/relationships/hyperlink" Target="https://doi.org/10.1038/s41420-026-03172-1"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07/s11033-026-11989-3" TargetMode="External"/><Relationship Id="rId2" Type="http://schemas.openxmlformats.org/officeDocument/2006/relationships/hyperlink" Target="https://doi.org/10.1007/s11033-026-11989-3"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16/j.ijpharm.2026.126859" TargetMode="External"/><Relationship Id="rId2" Type="http://schemas.openxmlformats.org/officeDocument/2006/relationships/hyperlink" Target="https://doi.org/10.1016/j.ijpharm.2026.126859"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38/s41419-026-08826-7" TargetMode="External"/><Relationship Id="rId2" Type="http://schemas.openxmlformats.org/officeDocument/2006/relationships/hyperlink" Target="https://doi.org/10.1038/s41419-026-08826-7"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2026-05-18 — 2026-05-25</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Tumor debulking in combination with chemotherapy in multiorgan metastatic colore…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Abdominal ultrasound attenuates early-stage aberrant proliferation and depressiv…</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Predictive utility of the C-reactive protein-albumin-lymphocyte (CALLY) index in…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Enhanced recovery after surgery pathways and postoperative gastrointestinal func…</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Oncometabolite signatures from tumor-stroma crosstalk as potential non-invasive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Dual modulation of Wnt and inflammatory pathways by Gingerenone a inhibits color…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Curcumin-loaded extracellular vesicles derived from lactic acid bacteria for all…</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Combining PD-L1 blockade with a second-generation HSP110 inhibitor enhances anti…</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Tumor debulking in combination with chemotherapy in multiorgan metastatic colorectal cancer: The ORCHESTRA randomized clinical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on tumor debulking effectiveness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with chemotherapy assessed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multiorgan metastatic colorectal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Results from ORCHESTRA randomized trial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Subgroup analysis with P &lt; .05</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EC Gootjes, L Bakkerus, AA Adhin.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 excrementihominis worsens colitis severity.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NETosis activation linked to cancer progression.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new therapeutic strategies.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Abdominal ultrasound attenuates early-stage aberrant proliferation and depressive behavior in AOM/DSS-induced colorectal cancer: regulatory mechanisms of the Wnt/&amp;#x3b2;-catenin pathway and HPA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Brain, behavior, and immunity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AUS reduces inflammation in CRC models.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LIPUS improves depressive behavior in mice.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Wnt/β-catenin pathway is modulated.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HPA axis hyperactivity is downregulated.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non-invasive CRC therapy.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Yang Feng-Yi, Wu Ruei-Yu, Lau Chi-Ieong et al.. Brain, behavior, and immunity. 2026-05-21 DOI: 10.1016/j.bbi.2026.106818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Predictive utility of the C-reactive protein-albumin-lymphocyte (CALLY) index in Colorectal cancer: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Clinics and Research in Hepatology and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CALLY index predicts CRC prognosis.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multiple studies.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Inconsistent results across populations.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Li, T Chu, W Chen. Clinics and Research in Hepatology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as a prognostic biomarker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existing studies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correlates with patient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clinical application in CRC</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Enhanced recovery after surgery pathways and postoperative gastrointestinal function in colorectal cancer: A prospective cohort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gastrointestinal surgery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Enhanced recovery pathways improve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Early enteral nutrition is beneficial.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Maintains intestinal mucosal barrier integrity.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BH Zhao, CX Bao. World journal of gastrointestinal surgery.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Oncometabolite signatures from tumor-stroma crosstalk as potential non-invasive biomarkers.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Cell death discovery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Tumor metabolism impacts cancer progression.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Distinct TAF behaviors in tumor growth.</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Oncometabolites as potential biomarkers.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Parascandolo Alessia, Magnifico Maria C, De Vita Emanuele et al.. Cell death discovery. 2026-05-22 DOI: 10.1038/s41420-026-03172-1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Dual modulation of Wnt and inflammatory pathways by Gingerenone a inhibits colorectal tumorigenesis.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Molecular biology reports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Gingerenone A inhibits Wnt signaling</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Reduces inflammation and oxidative stress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Promotes apoptosis in CRC cells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Decreases tumor incidence in rats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Safe with no systemic toxicity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Y&amp;#x131;lmaz &amp;#xc7;a&amp;#x11f;atay, K&amp;#x131;r&amp;#x131;ml&amp;#x131;o&amp;#x11f;lu Esma, Elpek G&amp;#xfc;ls&amp;#xfc;m &amp;#xd6;zlem et al.. Molecular biology reports. 2026-05-22 DOI: 10.1007/s11033-026-11989-3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Curcumin-loaded extracellular vesicles derived from lactic acid bacteria for alleviation of inflammatory bowel disease.</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journal of pharmaceutics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IBD is a chronic inflammatory disorder.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Extracellular vesicles (EVs) from LAB are promising.</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Curcumin encapsulated in L-EVs-C shows benefits.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L-EVs-C improves gut microbiota composition.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Natural probiotics EVs may enhance therapies.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Qiu Fang, Wang Baixuan, Zhang Yongjing et al.. International journal of pharmaceutics. 2026-05-08 DOI: 10.1016/j.ijpharm.2026.126859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Combining PD-L1 blockade with a second-generation HSP110 inhibitor enhances antitumor immunity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Cell death &amp; disease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HSP110 inhibition mimics good prognosis phenotype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C7 enhances anti-tumor immunity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with anti-PD-L1 improves efficacy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Abrey-Recalde Mar&amp;#xed;a Jimena, Mialhe Flavie, Le Thi Khanh et al.. Cell death &amp; disease. 2026-05-18 DOI: 10.1038/s41419-026-08826-7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**腫瘤去減化與化療結合的療效**  </a:t>
            </a:r>
            <a:endParaRPr lang="en-US" sz="1200" dirty="0"/>
          </a:p>
          <a:p>
            <a:pPr indent="0" marL="0">
              <a:lnSpc>
                <a:spcPct val="150000"/>
              </a:lnSpc>
              <a:buNone/>
            </a:pPr>
            <a:r>
              <a:rPr lang="en-US" sz="1200" dirty="0">
                <a:solidFill>
                  <a:srgbClr val="FFFFFF"/>
                </a:solidFill>
              </a:rPr>
              <a:t>   The combination of tumor debulking and chemotherapy shows promising results in managing multiorgan metastatic colorectal cancer, indicating a potential shift in treatment paradigms.  </a:t>
            </a:r>
            <a:endParaRPr lang="en-US" sz="1200" dirty="0"/>
          </a:p>
          <a:p>
            <a:pPr indent="0" marL="0">
              <a:lnSpc>
                <a:spcPct val="150000"/>
              </a:lnSpc>
              <a:buNone/>
            </a:pPr>
            <a:r>
              <a:rPr lang="en-US" sz="1200" dirty="0">
                <a:solidFill>
                  <a:srgbClr val="FFFFFF"/>
                </a:solidFill>
              </a:rPr>
              <a:t>   腫瘤去減化與化療的結合在多脏器轉移性結直腸癌的管理中顯示出良好的療效，這可能改變治療模式。</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**微生物組在腸道健康中的角色**  </a:t>
            </a:r>
            <a:endParaRPr lang="en-US" sz="1200" dirty="0"/>
          </a:p>
          <a:p>
            <a:pPr indent="0" marL="0">
              <a:lnSpc>
                <a:spcPct val="150000"/>
              </a:lnSpc>
              <a:buNone/>
            </a:pPr>
            <a:r>
              <a:rPr lang="en-US" sz="1200" dirty="0">
                <a:solidFill>
                  <a:srgbClr val="FFFFFF"/>
                </a:solidFill>
              </a:rPr>
              <a:t>   The pathogenic role of specific gut microbiota, such as Parasutterella excrementihominis, highlights the importance of microbiome-targeted therapies in preventing colorectal cancer.  </a:t>
            </a:r>
            <a:endParaRPr lang="en-US" sz="1200" dirty="0"/>
          </a:p>
          <a:p>
            <a:pPr indent="0" marL="0">
              <a:lnSpc>
                <a:spcPct val="150000"/>
              </a:lnSpc>
              <a:buNone/>
            </a:pPr>
            <a:r>
              <a:rPr lang="en-US" sz="1200" dirty="0">
                <a:solidFill>
                  <a:srgbClr val="FFFFFF"/>
                </a:solidFill>
              </a:rPr>
              <a:t>   特定腸道微生物如Parasutterella excrementihominis的致病角色突顯了以微生物組為目標的療法在預防結直腸癌中的重要性。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**炎症與癌症發展的關聯**  </a:t>
            </a:r>
            <a:endParaRPr lang="en-US" sz="1200" dirty="0"/>
          </a:p>
          <a:p>
            <a:pPr indent="0" marL="0">
              <a:lnSpc>
                <a:spcPct val="150000"/>
              </a:lnSpc>
              <a:buNone/>
            </a:pPr>
            <a:r>
              <a:rPr lang="en-US" sz="1200" dirty="0">
                <a:solidFill>
                  <a:srgbClr val="FFFFFF"/>
                </a:solidFill>
              </a:rPr>
              <a:t>   Chronic inflammation is a critical factor in colorectal cancer progression, suggesting that anti-inflammatory strategies could be effective in cancer prevention.  </a:t>
            </a:r>
            <a:endParaRPr lang="en-US" sz="1200" dirty="0"/>
          </a:p>
          <a:p>
            <a:pPr indent="0" marL="0">
              <a:lnSpc>
                <a:spcPct val="150000"/>
              </a:lnSpc>
              <a:buNone/>
            </a:pPr>
            <a:r>
              <a:rPr lang="en-US" sz="1200" dirty="0">
                <a:solidFill>
                  <a:srgbClr val="FFFFFF"/>
                </a:solidFill>
              </a:rPr>
              <a:t>   慢性炎症是結直腸癌進展的關鍵因素，這表明抗炎策略可能在癌症預防中有效。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**生物標記物的預測能力**  </a:t>
            </a:r>
            <a:endParaRPr lang="en-US" sz="1200" dirty="0"/>
          </a:p>
          <a:p>
            <a:pPr indent="0" marL="0">
              <a:lnSpc>
                <a:spcPct val="150000"/>
              </a:lnSpc>
              <a:buNone/>
            </a:pPr>
            <a:r>
              <a:rPr lang="en-US" sz="1200" dirty="0">
                <a:solidFill>
                  <a:srgbClr val="FFFFFF"/>
                </a:solidFill>
              </a:rPr>
              <a:t>   The C-reactive protein-albumin-lymphocyte (CALLY) index and systemic immune-inflammation index (SII) show potential as prognostic biomarkers, though further validation is needed.  </a:t>
            </a:r>
            <a:endParaRPr lang="en-US" sz="1200" dirty="0"/>
          </a:p>
          <a:p>
            <a:pPr indent="0" marL="0">
              <a:lnSpc>
                <a:spcPct val="150000"/>
              </a:lnSpc>
              <a:buNone/>
            </a:pPr>
            <a:r>
              <a:rPr lang="en-US" sz="1200" dirty="0">
                <a:solidFill>
                  <a:srgbClr val="FFFFFF"/>
                </a:solidFill>
              </a:rPr>
              <a:t>   C反應蛋白-白蛋白-淋巴細胞（CALLY）指數和全身免疫炎症指數（SII）顯示出作為預後生物標記物的潛力，但仍需進一步驗證。</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**天然化合物的抗腫瘤潛力**  </a:t>
            </a:r>
            <a:endParaRPr lang="en-US" sz="1200" dirty="0"/>
          </a:p>
          <a:p>
            <a:pPr indent="0" marL="0">
              <a:lnSpc>
                <a:spcPct val="150000"/>
              </a:lnSpc>
              <a:buNone/>
            </a:pPr>
            <a:r>
              <a:rPr lang="en-US" sz="1200" dirty="0">
                <a:solidFill>
                  <a:srgbClr val="FFFFFF"/>
                </a:solidFill>
              </a:rPr>
              <a:t>   Natural compounds like Gingerenone a demonstrate dual modulation of Wnt and inflammatory pathways, offering a novel approach for colorectal cancer treatment.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像Gingerenone a這樣的天然化合物顯示出對Wnt和炎症通路的雙重調節，為結直腸癌治療提供了新方法。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**微生物組與腸道癌症的關聯研究**  </a:t>
            </a:r>
            <a:endParaRPr lang="en-US" sz="1200" dirty="0"/>
          </a:p>
          <a:p>
            <a:pPr indent="0" marL="0">
              <a:lnSpc>
                <a:spcPct val="150000"/>
              </a:lnSpc>
              <a:buNone/>
            </a:pPr>
            <a:r>
              <a:rPr lang="en-US" sz="1200" dirty="0">
                <a:solidFill>
                  <a:srgbClr val="FFFFFF"/>
                </a:solidFill>
              </a:rPr>
              <a:t>   Investigating the complex interactions between gut microbiota and colorectal cancer could lead to novel therapeutic strategies and preventive measures.  </a:t>
            </a:r>
            <a:endParaRPr lang="en-US" sz="1200" dirty="0"/>
          </a:p>
          <a:p>
            <a:pPr indent="0" marL="0">
              <a:lnSpc>
                <a:spcPct val="150000"/>
              </a:lnSpc>
              <a:buNone/>
            </a:pPr>
            <a:r>
              <a:rPr lang="en-US" sz="1200" dirty="0">
                <a:solidFill>
                  <a:srgbClr val="FFFFFF"/>
                </a:solidFill>
              </a:rPr>
              <a:t>   探索腸道微生物組與結直腸癌之間的複雜互動可能會導致新的治療策略和預防措施。</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**新型生物標記物的開發**  </a:t>
            </a:r>
            <a:endParaRPr lang="en-US" sz="1200" dirty="0"/>
          </a:p>
          <a:p>
            <a:pPr indent="0" marL="0">
              <a:lnSpc>
                <a:spcPct val="150000"/>
              </a:lnSpc>
              <a:buNone/>
            </a:pPr>
            <a:r>
              <a:rPr lang="en-US" sz="1200" dirty="0">
                <a:solidFill>
                  <a:srgbClr val="FFFFFF"/>
                </a:solidFill>
              </a:rPr>
              <a:t>   Future studies should focus on identifying and validating new biomarkers that can predict treatment responses and outcomes in colorectal cancer patients.  </a:t>
            </a:r>
            <a:endParaRPr lang="en-US" sz="1200" dirty="0"/>
          </a:p>
          <a:p>
            <a:pPr indent="0" marL="0">
              <a:lnSpc>
                <a:spcPct val="150000"/>
              </a:lnSpc>
              <a:buNone/>
            </a:pPr>
            <a:r>
              <a:rPr lang="en-US" sz="1200" dirty="0">
                <a:solidFill>
                  <a:srgbClr val="FFFFFF"/>
                </a:solidFill>
              </a:rPr>
              <a:t>   未來的研究應集中於識別和驗證能預測結直腸癌患者治療反應和結果的新型生物標記物。</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**抗炎療法的臨床應用**  </a:t>
            </a:r>
            <a:endParaRPr lang="en-US" sz="1200" dirty="0"/>
          </a:p>
          <a:p>
            <a:pPr indent="0" marL="0">
              <a:lnSpc>
                <a:spcPct val="150000"/>
              </a:lnSpc>
              <a:buNone/>
            </a:pPr>
            <a:r>
              <a:rPr lang="en-US" sz="1200" dirty="0">
                <a:solidFill>
                  <a:srgbClr val="FFFFFF"/>
                </a:solidFill>
              </a:rPr>
              <a:t>   Clinical trials assessing the efficacy of anti-inflammatory therapies in colorectal cancer prevention and treatment should be prioritized.  </a:t>
            </a:r>
            <a:endParaRPr lang="en-US" sz="1200" dirty="0"/>
          </a:p>
          <a:p>
            <a:pPr indent="0" marL="0">
              <a:lnSpc>
                <a:spcPct val="150000"/>
              </a:lnSpc>
              <a:buNone/>
            </a:pPr>
            <a:r>
              <a:rPr lang="en-US" sz="1200" dirty="0">
                <a:solidFill>
                  <a:srgbClr val="FFFFFF"/>
                </a:solidFill>
              </a:rPr>
              <a:t>   應優先進行臨床試驗，評估抗炎療法在結直腸癌預防和治療中的有效性。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**天然化合物的機制研究**  </a:t>
            </a:r>
            <a:endParaRPr lang="en-US" sz="1200" dirty="0"/>
          </a:p>
          <a:p>
            <a:pPr indent="0" marL="0">
              <a:lnSpc>
                <a:spcPct val="150000"/>
              </a:lnSpc>
              <a:buNone/>
            </a:pPr>
            <a:r>
              <a:rPr lang="en-US" sz="1200" dirty="0">
                <a:solidFill>
                  <a:srgbClr val="FFFFFF"/>
                </a:solidFill>
              </a:rPr>
              <a:t>   Further exploration of the mechanisms by which natural compounds exert their anti-cancer effects could enhance their therapeutic application in clinical settings.  </a:t>
            </a:r>
            <a:endParaRPr lang="en-US" sz="1200" dirty="0"/>
          </a:p>
          <a:p>
            <a:pPr indent="0" marL="0">
              <a:lnSpc>
                <a:spcPct val="150000"/>
              </a:lnSpc>
              <a:buNone/>
            </a:pPr>
            <a:r>
              <a:rPr lang="en-US" sz="1200" dirty="0">
                <a:solidFill>
                  <a:srgbClr val="FFFFFF"/>
                </a:solidFill>
              </a:rPr>
              <a:t>   進一步探索天然化合物發揮抗癌作用的機制可能會增強其在臨床應用中的療效。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**多模態治療的整合研究**  </a:t>
            </a:r>
            <a:endParaRPr lang="en-US" sz="1200" dirty="0"/>
          </a:p>
          <a:p>
            <a:pPr indent="0" marL="0">
              <a:lnSpc>
                <a:spcPct val="150000"/>
              </a:lnSpc>
              <a:buNone/>
            </a:pPr>
            <a:r>
              <a:rPr lang="en-US" sz="1200" dirty="0">
                <a:solidFill>
                  <a:srgbClr val="FFFFFF"/>
                </a:solidFill>
              </a:rPr>
              <a:t>   Research on integrating multimodal treatment approaches, including surgery, chemotherapy, and immunotherapy, is essential for improving patient outcomes in colorectal cancer.  </a:t>
            </a:r>
            <a:endParaRPr lang="en-US" sz="1200" dirty="0"/>
          </a:p>
          <a:p>
            <a:pPr indent="0" marL="0">
              <a:lnSpc>
                <a:spcPct val="150000"/>
              </a:lnSpc>
              <a:buNone/>
            </a:pPr>
            <a:r>
              <a:rPr lang="en-US" sz="1200" dirty="0">
                <a:solidFill>
                  <a:srgbClr val="FFFFFF"/>
                </a:solidFill>
              </a:rPr>
              <a:t>   研究整合多模態治療方法，包括手術、化療和免疫療法，對於改善結直腸癌患者的結果至關重要。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2026-05-25T05:21:36Z</dcterms:created>
  <dcterms:modified xsi:type="dcterms:W3CDTF">2026-05-25T05:21:36Z</dcterms:modified>
</cp:coreProperties>
</file>