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136/gutjnl-2025-336675" TargetMode="External"/><Relationship Id="rId2" Type="http://schemas.openxmlformats.org/officeDocument/2006/relationships/hyperlink" Target="https://doi.org/10.1136/gutjnl-2025-336675"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016/j.jep.2026.121742" TargetMode="External"/><Relationship Id="rId2" Type="http://schemas.openxmlformats.org/officeDocument/2006/relationships/hyperlink" Target="https://doi.org/10.1016/j.jep.2026.121742"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sciencedirect.com/science/article/pii/S221074012600063X" TargetMode="External"/><Relationship Id="rId2" Type="http://schemas.openxmlformats.org/officeDocument/2006/relationships/hyperlink" Target="https://www.sciencedirect.com/science/article/pii/S221074012600063X"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pmc.ncbi.nlm.nih.gov/articles/PMC13395652/" TargetMode="External"/><Relationship Id="rId2" Type="http://schemas.openxmlformats.org/officeDocument/2006/relationships/hyperlink" Target="https://pmc.ncbi.nlm.nih.gov/articles/PMC13395652/"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101/gad.353662.126" TargetMode="External"/><Relationship Id="rId2" Type="http://schemas.openxmlformats.org/officeDocument/2006/relationships/hyperlink" Target="https://doi.org/10.1101/gad.353662.126"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34133/research.1387" TargetMode="External"/><Relationship Id="rId2" Type="http://schemas.openxmlformats.org/officeDocument/2006/relationships/hyperlink" Target="https://doi.org/10.34133/research.1387"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mdpi.com/2072-6694/18/4/576" TargetMode="External"/><Relationship Id="rId2" Type="http://schemas.openxmlformats.org/officeDocument/2006/relationships/hyperlink" Target="https://www.mdpi.com/2072-6694/18/4/576"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16/j.xpro.2026.104770" TargetMode="External"/><Relationship Id="rId2" Type="http://schemas.openxmlformats.org/officeDocument/2006/relationships/hyperlink" Target="https://doi.org/10.1016/j.xpro.2026.104770"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016/j.ejmech.2026.118838" TargetMode="External"/><Relationship Id="rId2" Type="http://schemas.openxmlformats.org/officeDocument/2006/relationships/hyperlink" Target="https://doi.org/10.1016/j.ejmech.2026.118838"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95000"/>
              </a:lnSpc>
              <a:buNone/>
            </a:pPr>
            <a:r>
              <a:rPr lang="en-US" sz="4800" b="1" dirty="0">
                <a:solidFill>
                  <a:srgbClr val="FFFFFF"/>
                </a:solidFill>
                <a:latin typeface="Arial" pitchFamily="34" charset="0"/>
                <a:ea typeface="Arial" pitchFamily="34" charset="-122"/>
                <a:cs typeface="Arial" pitchFamily="34" charset="-120"/>
              </a:rPr>
              <a:t>Colorectal</a:t>
            </a:r>
            <a:endParaRPr lang="en-US" sz="4800" dirty="0"/>
          </a:p>
          <a:p>
            <a:pPr indent="0" marL="0">
              <a:lnSpc>
                <a:spcPct val="95000"/>
              </a:lnSpc>
              <a:buNone/>
            </a:pPr>
            <a:r>
              <a:rPr lang="en-US" sz="4800" b="1" dirty="0">
                <a:solidFill>
                  <a:srgbClr val="FFFFFF"/>
                </a:solidFill>
                <a:latin typeface="Arial" pitchFamily="34" charset="0"/>
                <a:ea typeface="Arial" pitchFamily="34" charset="-122"/>
                <a:cs typeface="Arial" pitchFamily="34" charset="-120"/>
              </a:rPr>
              <a:t>Surgery</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2026-08-03 — 2026-08-10</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Dysbiotic microbiota trigger colitis-associated colorectal cancer and imprint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Dabupi decoction mitigates fluorouracil-induced intestinal mucositis via farneso…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Predictive utility of the C-reactive protein-albumin-lymphocyte (CALLY) index in…</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Association of four non-insulin-based insulin resistance surrogate markers with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 conserved Notch-Meis1-Pbx cascade specifies secretory progenitors into spatial…</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HO-1 Up-regulation and PINK1/Parkin-Mediated Mitophagy Contribute to the Anti-tu…</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barrier–microbiota–inflammation axis in colorectal cancer: Mechanisms and em…</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Protocol for surgical stress-promoted colorectal cancer liver metastasis in mice…</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Discovery of APO-50815, a potent WEE1 kinase inhibitor with exceptional efficacy…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Dysbiotic microbiota trigger colitis-associated colorectal cancer and imprint a distinctive bile acid profile in a PSC-IBD model.</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PSC-UC shows higher dysplasia rates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Microbiota influences colitis and cancer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Specific BA profiles linked to PSC-UC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Germ-free mice resistant to colitis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Restoring BA-transforming functions is key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Awoniyi Muyiwa, El Hag Mohamed, Hernandez Josue et al.. Gut. 2026-08-06 DOI: 10.1136/gutjnl-2025-336675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Dabupi decoction mitigates fluorouracil-induced intestinal mucositis via farnesoid X receptor activation and dihydropyrimidine dehydrogenase upregulation.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ethnopharmacology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5-FU causes intestinal mucositis.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DBPD activates FXR and upregulates DPYD.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DBPD reduces inflammation and barrier damage.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Wang ShunZhi, Li Yaling, Ma Jing et al.. Journal of ethnopharmacology. 2026-07-16 DOI: 10.1016/j.jep.2026.121742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SII as a prognostic biomarker in CRC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Inconsistent findings across studies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confirms SII's value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personalized treatment strategies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Need for standardized measurement protocols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Predictive utility of the C-reactive protein-albumin-lymphocyte (CALLY) index in Colorectal cancer: A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Clinics and Research in Hepatology and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CALLY index predicts colorectal cancer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Inflammation and immune function are key factors.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supports CALLY's predictive utility.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Li, T Chu, W Chen. Clinics and Research in Hepatology and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Association of four non-insulin-based insulin resistance surrogate markers with colorectal cancer risk: a large-scale prospective cohort study using the UK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Study on insulin resistance markers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colorectal cancer risk</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Large-scale prospective cohort analysis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Association with chronic inflammation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role of estrogen</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 Ding, J Wang, N Wang. Frontiers in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 conserved Notch-Meis1-Pbx cascade specifies secretory progenitors into spatially diverse intestinal best4 + cells.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Genes &amp; development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best4 + cells are important intestinal epithelial types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Zebrafish model used for in vivo studies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Notch/Dll4 signaling regulates cell fate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meis1b and pbx3a specify best4 + cells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best4 + cells respond to luminal pH changes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Sur Abhinav, Segal Ella X, Nunneley Michael P et al.. Genes &amp; development. 2026-08-07 DOI: 10.1101/gad.353662.126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HO-1 Up-regulation and PINK1/Parkin-Mediated Mitophagy Contribute to the Anti-tumor Effects of Metochalcone in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Research (Washington, D.C.)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Metochalcone reduces CRC cell viability significantly.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HO-1 identified as a key target in CRC.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 activates PINK1/Parkin-mediated mitophagy.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Tumor growth suppression observed in mouse models.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 alters gut microbiota composition positively.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Chen Pingting, An Junsha, Han Mingyu et al.. Research (Washington, D.C.). 2026-08-05 DOI: 10.34133/research.1387</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barrier–microbiota–inflammation axis in colorectal cancer: Mechanisms and emerging diagnostic &amp; therapeutic strategies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LPS triggers pro-inflammatory cytokines secretion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Downregulates tight junction proteins in cells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Promotes epithelial cell migration and invasion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Microbiota influences colorectal cancer progression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Emerging strategies for diagnosis and therapy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Dong, J Yang, L He. Cancers.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Protocol for surgical stress-promoted colorectal cancer liver metastasis in mice.</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STAR protocols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Protocol for colorectal cancer liver metastasis study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Combines hepatic I/R with tumor cell injection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Monitors liver metastasis in mice model</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Han Jian, Tsung Peter, Blatz Natalie et al.. STAR protocols. 2026-08-08 DOI: 10.1016/j.xpro.2026.104770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Discovery of APO-50815, a potent WEE1 kinase inhibitor with exceptional efficacy against patient-derived colorectal cancer organoids.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European journal of medicinal chemistry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APO-50815 is a potent WEE1 inhibitor.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Demonstrated efficacy against TP53-mutated CRC organoids.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Superior to AZD1775 and ZN-c3 in tests.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 therapeutic index (TI) values observed.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Induces DNA damage and apoptosis in CRC cells.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Syphers Joel L, Wright Josephine A, de Nys Rebekah et al.. European journal of medicinal chemistry. 2026-07-15 DOI: 10.1016/j.ejmech.2026.118838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**微生物群與結腸直腸癌的關聯性**  </a:t>
            </a:r>
            <a:endParaRPr lang="en-US" sz="1200" dirty="0"/>
          </a:p>
          <a:p>
            <a:pPr indent="0" marL="0">
              <a:lnSpc>
                <a:spcPct val="150000"/>
              </a:lnSpc>
              <a:buNone/>
            </a:pPr>
            <a:r>
              <a:rPr lang="en-US" sz="1200" dirty="0">
                <a:solidFill>
                  <a:srgbClr val="FFFFFF"/>
                </a:solidFill>
              </a:rPr>
              <a:t>   The dysbiotic microbiota play a crucial role in the development of colitis-associated colorectal cancer, highlighting the need for microbiome-targeted therapies.  </a:t>
            </a:r>
            <a:endParaRPr lang="en-US" sz="1200" dirty="0"/>
          </a:p>
          <a:p>
            <a:pPr indent="0" marL="0">
              <a:lnSpc>
                <a:spcPct val="150000"/>
              </a:lnSpc>
              <a:buNone/>
            </a:pPr>
            <a:r>
              <a:rPr lang="en-US" sz="1200" dirty="0">
                <a:solidFill>
                  <a:srgbClr val="FFFFFF"/>
                </a:solidFill>
              </a:rPr>
              <a:t>   微生物群失調在結腸炎相關結腸直腸癌的發展中扮演重要角色，強調了針對微生物組的治療需求。</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**炎症指標作為預後生物標記**  </a:t>
            </a:r>
            <a:endParaRPr lang="en-US" sz="1200" dirty="0"/>
          </a:p>
          <a:p>
            <a:pPr indent="0" marL="0">
              <a:lnSpc>
                <a:spcPct val="150000"/>
              </a:lnSpc>
              <a:buNone/>
            </a:pPr>
            <a:r>
              <a:rPr lang="en-US" sz="1200" dirty="0">
                <a:solidFill>
                  <a:srgbClr val="FFFFFF"/>
                </a:solidFill>
              </a:rPr>
              <a:t>   The systemic immune-inflammation index (SII) and C-reactive protein-albumin-lymphocyte (CALLY) index demonstrate potential as prognostic biomarkers in colorectal cancer, although further validation is needed due to inconsistent findings.  </a:t>
            </a:r>
            <a:endParaRPr lang="en-US" sz="1200" dirty="0"/>
          </a:p>
          <a:p>
            <a:pPr indent="0" marL="0">
              <a:lnSpc>
                <a:spcPct val="150000"/>
              </a:lnSpc>
              <a:buNone/>
            </a:pPr>
            <a:r>
              <a:rPr lang="en-US" sz="1200" dirty="0">
                <a:solidFill>
                  <a:srgbClr val="FFFFFF"/>
                </a:solidFill>
              </a:rPr>
              <a:t>   系統免疫炎症指數（SII）和C反應蛋白-白蛋白-淋巴細胞（CALLY）指數在結腸直腸癌中顯示出作為預後生物標記的潛力，儘管由於結果不一致，需要進一步驗證。</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**新型治療策略的探索**  </a:t>
            </a:r>
            <a:endParaRPr lang="en-US" sz="1200" dirty="0"/>
          </a:p>
          <a:p>
            <a:pPr indent="0" marL="0">
              <a:lnSpc>
                <a:spcPct val="150000"/>
              </a:lnSpc>
              <a:buNone/>
            </a:pPr>
            <a:r>
              <a:rPr lang="en-US" sz="1200" dirty="0">
                <a:solidFill>
                  <a:srgbClr val="FFFFFF"/>
                </a:solidFill>
              </a:rPr>
              <a:t>   The identification of natural compounds like metochalcone and novel inhibitors such as APO-50815 offers promising avenues for enhancing the efficacy of colorectal cancer treatments.  </a:t>
            </a:r>
            <a:endParaRPr lang="en-US" sz="1200" dirty="0"/>
          </a:p>
          <a:p>
            <a:pPr indent="0" marL="0">
              <a:lnSpc>
                <a:spcPct val="150000"/>
              </a:lnSpc>
              <a:buNone/>
            </a:pPr>
            <a:r>
              <a:rPr lang="en-US" sz="1200" dirty="0">
                <a:solidFill>
                  <a:srgbClr val="FFFFFF"/>
                </a:solidFill>
              </a:rPr>
              <a:t>   像美托卡酮這樣的天然化合物和新型抑制劑如APO-50815的發現，為提高結腸直腸癌治療的有效性提供了有希望的途徑。</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**腸道屏障與微生物的相互作用**  </a:t>
            </a:r>
            <a:endParaRPr lang="en-US" sz="1200" dirty="0"/>
          </a:p>
          <a:p>
            <a:pPr indent="0" marL="0">
              <a:lnSpc>
                <a:spcPct val="150000"/>
              </a:lnSpc>
              <a:buNone/>
            </a:pPr>
            <a:r>
              <a:rPr lang="en-US" sz="1200" dirty="0">
                <a:solidFill>
                  <a:srgbClr val="FFFFFF"/>
                </a:solidFill>
              </a:rPr>
              <a:t>   The barrier-microbiota-inflammation axis is critical in colorectal cancer pathogenesis, suggesting that maintaining gut barrier integrity could be a therapeutic target.  </a:t>
            </a:r>
            <a:endParaRPr lang="en-US" sz="1200" dirty="0"/>
          </a:p>
          <a:p>
            <a:pPr indent="0" marL="0">
              <a:lnSpc>
                <a:spcPct val="150000"/>
              </a:lnSpc>
              <a:buNone/>
            </a:pPr>
            <a:r>
              <a:rPr lang="en-US" sz="1200" dirty="0">
                <a:solidFill>
                  <a:srgbClr val="FFFFFF"/>
                </a:solidFill>
              </a:rPr>
              <a:t>   腸道屏障-微生物-炎症軸在結腸直腸癌的發病機制中至關重要，這表明維持腸道屏障完整性可能成為治療目標。</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**手術後轉移的機制**  </a:t>
            </a:r>
            <a:endParaRPr lang="en-US" sz="1200" dirty="0"/>
          </a:p>
          <a:p>
            <a:pPr indent="0" marL="0">
              <a:lnSpc>
                <a:spcPct val="150000"/>
              </a:lnSpc>
              <a:buNone/>
            </a:pPr>
            <a:r>
              <a:rPr lang="en-US" sz="1200" dirty="0">
                <a:solidFill>
                  <a:srgbClr val="FFFFFF"/>
                </a:solidFill>
              </a:rPr>
              <a:t>   Understanding the mechanisms of surgical stress-promoted liver metastasis in colorectal cancer can lead to improved postoperative management strategies.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了解手術壓力促進結腸直腸癌肝轉移的機制，可以促進術後管理策略的改善。</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**微生物組介入療法的探索**  </a:t>
            </a:r>
            <a:endParaRPr lang="en-US" sz="1200" dirty="0"/>
          </a:p>
          <a:p>
            <a:pPr indent="0" marL="0">
              <a:lnSpc>
                <a:spcPct val="150000"/>
              </a:lnSpc>
              <a:buNone/>
            </a:pPr>
            <a:r>
              <a:rPr lang="en-US" sz="1200" dirty="0">
                <a:solidFill>
                  <a:srgbClr val="FFFFFF"/>
                </a:solidFill>
              </a:rPr>
              <a:t>   Future studies should investigate microbiome-modulating interventions as potential therapeutic strategies for preventing colitis-associated colorectal cancer.  </a:t>
            </a:r>
            <a:endParaRPr lang="en-US" sz="1200" dirty="0"/>
          </a:p>
          <a:p>
            <a:pPr indent="0" marL="0">
              <a:lnSpc>
                <a:spcPct val="150000"/>
              </a:lnSpc>
              <a:buNone/>
            </a:pPr>
            <a:r>
              <a:rPr lang="en-US" sz="1200" dirty="0">
                <a:solidFill>
                  <a:srgbClr val="FFFFFF"/>
                </a:solidFill>
              </a:rPr>
              <a:t>   未來的研究應探索微生物組調節干預作為預防結腸炎相關結腸直腸癌的潛在治療策略。</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**炎症指標的標準化**  </a:t>
            </a:r>
            <a:endParaRPr lang="en-US" sz="1200" dirty="0"/>
          </a:p>
          <a:p>
            <a:pPr indent="0" marL="0">
              <a:lnSpc>
                <a:spcPct val="150000"/>
              </a:lnSpc>
              <a:buNone/>
            </a:pPr>
            <a:r>
              <a:rPr lang="en-US" sz="1200" dirty="0">
                <a:solidFill>
                  <a:srgbClr val="FFFFFF"/>
                </a:solidFill>
              </a:rPr>
              <a:t>   Standardization and validation of inflammatory biomarkers like SII and CALLY in diverse patient populations will enhance their clinical utility in colorectal cancer prognosis.  </a:t>
            </a:r>
            <a:endParaRPr lang="en-US" sz="1200" dirty="0"/>
          </a:p>
          <a:p>
            <a:pPr indent="0" marL="0">
              <a:lnSpc>
                <a:spcPct val="150000"/>
              </a:lnSpc>
              <a:buNone/>
            </a:pPr>
            <a:r>
              <a:rPr lang="en-US" sz="1200" dirty="0">
                <a:solidFill>
                  <a:srgbClr val="FFFFFF"/>
                </a:solidFill>
              </a:rPr>
              <a:t>   在不同患者群體中標準化和驗證炎症生物標記如SII和CALLY，將增強其在結腸直腸癌預後中的臨床應用。</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**新型藥物的臨床試驗**  </a:t>
            </a:r>
            <a:endParaRPr lang="en-US" sz="1200" dirty="0"/>
          </a:p>
          <a:p>
            <a:pPr indent="0" marL="0">
              <a:lnSpc>
                <a:spcPct val="150000"/>
              </a:lnSpc>
              <a:buNone/>
            </a:pPr>
            <a:r>
              <a:rPr lang="en-US" sz="1200" dirty="0">
                <a:solidFill>
                  <a:srgbClr val="FFFFFF"/>
                </a:solidFill>
              </a:rPr>
              <a:t>   Clinical trials evaluating the efficacy of novel compounds such as metochalcone and WEE1 inhibitors against colorectal cancer should be prioritized.  </a:t>
            </a:r>
            <a:endParaRPr lang="en-US" sz="1200" dirty="0"/>
          </a:p>
          <a:p>
            <a:pPr indent="0" marL="0">
              <a:lnSpc>
                <a:spcPct val="150000"/>
              </a:lnSpc>
              <a:buNone/>
            </a:pPr>
            <a:r>
              <a:rPr lang="en-US" sz="1200" dirty="0">
                <a:solidFill>
                  <a:srgbClr val="FFFFFF"/>
                </a:solidFill>
              </a:rPr>
              <a:t>   應優先進行臨床試驗，以評估新型化合物如美托卡酮和WEE1抑制劑對結腸直腸癌的療效。</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**腸道屏障功能的保護**  </a:t>
            </a:r>
            <a:endParaRPr lang="en-US" sz="1200" dirty="0"/>
          </a:p>
          <a:p>
            <a:pPr indent="0" marL="0">
              <a:lnSpc>
                <a:spcPct val="150000"/>
              </a:lnSpc>
              <a:buNone/>
            </a:pPr>
            <a:r>
              <a:rPr lang="en-US" sz="1200" dirty="0">
                <a:solidFill>
                  <a:srgbClr val="FFFFFF"/>
                </a:solidFill>
              </a:rPr>
              <a:t>   Research should focus on strategies to protect and restore gut barrier function in colorectal cancer patients to mitigate inflammation and tumor progression.  </a:t>
            </a:r>
            <a:endParaRPr lang="en-US" sz="1200" dirty="0"/>
          </a:p>
          <a:p>
            <a:pPr indent="0" marL="0">
              <a:lnSpc>
                <a:spcPct val="150000"/>
              </a:lnSpc>
              <a:buNone/>
            </a:pPr>
            <a:r>
              <a:rPr lang="en-US" sz="1200" dirty="0">
                <a:solidFill>
                  <a:srgbClr val="FFFFFF"/>
                </a:solidFill>
              </a:rPr>
              <a:t>   研究應集中於保護和恢復結腸直腸癌患者的腸道屏障功能，以減輕炎症和腫瘤進展。</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**手術對轉移的影響**  </a:t>
            </a:r>
            <a:endParaRPr lang="en-US" sz="1200" dirty="0"/>
          </a:p>
          <a:p>
            <a:pPr indent="0" marL="0">
              <a:lnSpc>
                <a:spcPct val="150000"/>
              </a:lnSpc>
              <a:buNone/>
            </a:pPr>
            <a:r>
              <a:rPr lang="en-US" sz="1200" dirty="0">
                <a:solidFill>
                  <a:srgbClr val="FFFFFF"/>
                </a:solidFill>
              </a:rPr>
              <a:t>   Investigating the impact of surgical techniques on the inflammatory microenvironment and subsequent metastasis in colorectal cancer could lead to improved surgical protocols.  </a:t>
            </a:r>
            <a:endParaRPr lang="en-US" sz="1200" dirty="0"/>
          </a:p>
          <a:p>
            <a:pPr indent="0" marL="0">
              <a:lnSpc>
                <a:spcPct val="150000"/>
              </a:lnSpc>
              <a:buNone/>
            </a:pPr>
            <a:r>
              <a:rPr lang="en-US" sz="1200" dirty="0">
                <a:solidFill>
                  <a:srgbClr val="FFFFFF"/>
                </a:solidFill>
              </a:rPr>
              <a:t>   研究手術技術對結腸直腸癌的炎症微環境及隨後轉移的影響，可能會促進手術方案的改善。</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Colorectal Surgery Weekly Digest</dc:title>
  <dc:subject>PptxGenJS Presentation</dc:subject>
  <dc:creator>Colorectal Weekly Digest</dc:creator>
  <cp:lastModifiedBy>Colorectal Weekly Digest</cp:lastModifiedBy>
  <cp:revision>1</cp:revision>
  <dcterms:created xsi:type="dcterms:W3CDTF">2026-08-10T01:34:50Z</dcterms:created>
  <dcterms:modified xsi:type="dcterms:W3CDTF">2026-08-10T01:34:50Z</dcterms:modified>
</cp:coreProperties>
</file>