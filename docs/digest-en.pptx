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S1470-2045(26)00220-2" TargetMode="External"/><Relationship Id="rId2" Type="http://schemas.openxmlformats.org/officeDocument/2006/relationships/hyperlink" Target="https://doi.org/10.1016/S1470-2045(26)00220-2"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21/acs.jafc.5c17732" TargetMode="External"/><Relationship Id="rId2" Type="http://schemas.openxmlformats.org/officeDocument/2006/relationships/hyperlink" Target="https://doi.org/10.1021/acs.jafc.5c17732"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fma.2025.05.010" TargetMode="External"/><Relationship Id="rId2" Type="http://schemas.openxmlformats.org/officeDocument/2006/relationships/hyperlink" Target="https://doi.org/10.1016/j.jfma.2025.05.010"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tranon.2026.102930" TargetMode="External"/><Relationship Id="rId2" Type="http://schemas.openxmlformats.org/officeDocument/2006/relationships/hyperlink" Target="https://doi.org/10.1016/j.tranon.2026.102930"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nie.3918717" TargetMode="External"/><Relationship Id="rId2" Type="http://schemas.openxmlformats.org/officeDocument/2006/relationships/hyperlink" Target="https://doi.org/10.1002/anie.3918717"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07/s00011-026-02325-3" TargetMode="External"/><Relationship Id="rId2" Type="http://schemas.openxmlformats.org/officeDocument/2006/relationships/hyperlink" Target="https://doi.org/10.1007/s00011-026-02325-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celrep.2026.117645" TargetMode="External"/><Relationship Id="rId2" Type="http://schemas.openxmlformats.org/officeDocument/2006/relationships/hyperlink" Target="https://doi.org/10.1016/j.celrep.2026.117645"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245/s10434-026-19493-5" TargetMode="External"/><Relationship Id="rId2" Type="http://schemas.openxmlformats.org/officeDocument/2006/relationships/hyperlink" Target="https://doi.org/10.1245/s10434-026-19493-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ejso.2026.111950" TargetMode="External"/><Relationship Id="rId2" Type="http://schemas.openxmlformats.org/officeDocument/2006/relationships/hyperlink" Target="https://doi.org/10.1016/j.ejso.2026.111950"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2026-07-27 — 2026-08-03</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toripalimab plus celecoxib versus toripalimab monotherapy for mismat…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Diarylheptanoid Phytoestrogen from Curcuma comosa Attenuates Colitis and Colitis…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Probiotics may not adhere to gut and provide benefits in inflammatory bowel dise…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IGHG1&amp;#x207a; plasma cells define an NF-&amp;#x3ba;B-driven inflammatory program tha…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Mitochondria-Targeting Iridium(III) Complexes Induce PANoptosis and Ferroptosis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NKR+CD8+ T cells and iNKT cells protect mice from AOM/DSS-induced colorectal can…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Combining genotoxic gut bacterial strains increases tumor burden and accelerates…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Immediate Second Look After Cytoreduction for Colorectal or Ovarian Carcinomatos…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Incidence and outcomes of metachronous peritoneal metastasis in the setting of 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toripalimab plus celecoxib versus toripalimab monotherapy for mismatch repair-deficient or microsatellite instability-high, locally advanced colorectal cancer (PICC-2): an open-label, multicentre, randomised, phase 2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Lancet. Oncology  ·  IF 41.6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toripalimab plus celecoxib tested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Significant increase in pathological complete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Similar safety profile observed in both groups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Hu Huabin, Shen Xutao, Li Yunfeng et al.. The Lancet. Oncology. 2026-07-27 DOI: 10.1016/S1470-2045(26)00220-2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Diarylheptanoid Phytoestrogen from Curcuma comosa Attenuates Colitis and Colitis-Associated Colorectal Cancer by Inhibiting Inflammation and Oxidative Stress and Modulating Gut Microbiota.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agricultural and food chemistry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Diarylheptanoids reduce colitis symptoms.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DPH inhibits inflammation and oxidative stress.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Modulates gut microbiota for health benefits.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Truong Van-Long, Rarison Razanamanana H G, Song Eun-Ji et al.. Journal of agricultural and food chemistry. 2026-07-29 DOI: 10.1021/acs.jafc.5c17732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Probiotics may not adhere to gut and provide benefits in inflammatory bowel disease patients based on an AOM/DSS murine model.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the Formosan Medical Association = Taiwan yi zhi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Dysbiosis common in IBD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Akkermansia muciniphila shows promise.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AKK treatment showed no significant benefits.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Poor adherence in probiotic therapy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Further research needed on probiotics.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Hu Ming-Luen, Wang Feng-Sheng, Lian Wei-Shiung et al.. Journal of the Formosan Medical Association = Taiwan yi zhi. 2026-07-27 DOI: 10.1016/j.jfma.2025.05.010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IGHG1&amp;#x207a; plasma cells define an NF-&amp;#x3ba;B-driven inflammatory program that shapes T-cell immunity and immunotherapy response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Translational oncology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IGHG1+ plasma cells enhance T-cell immunity.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NF-κB pathway drives inflammatory program.</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Signature predicts immunotherapy response.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Rui-Feng, Zhang Wan-Ze, Li He et al.. Translational oncology. 2026-07-27 DOI: 10.1016/j.tranon.2026.102930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Mitochondria-Targeting Iridium(III) Complexes Induce PANoptosis and Ferroptosis for Boosting Chemoimmunotherapy Against Immune-Desert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Angewandte Chemie (International ed. in English)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MSS-CRC poses chemotherapy challenges.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Iridium(III) complexes induce PANoptosis.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Concurrent ferroptosis boosts immunotherapy.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Mechanism-guided design enhances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Proteomic analysis confirms pathway activation.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Xing, Feng Tao, Yang Xiaoting et al.. Angewandte Chemie (International ed. in English). 2026-07-29 DOI: 10.1002/anie.3918717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NKR+CD8+ T cells and iNKT cells protect mice from AOM/DSS-induced colorectal cancer under conditions of IFN&amp;#x3b3;-mediated hyperinflammation.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Inflammation research : official journal of the European Histamine Research Society ... [et al.]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NKR+CD8+ T cells enhance anti-tumor immunity.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iNKT cells crucial for CRC control.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IFN-gamma mediates hyperinflammation effects.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Park Hyun Jung, Lee Sung Won, Park Yun Hoo et al.. Inflammation research : official journal of the European Histamine Research Society ... [et al.]. 2026-07-31 DOI: 10.1007/s00011-026-02325-3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CALLY index predicts colorectal cancer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Inflammation and immune function are crucial.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supports CALLY's clinical utility.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Combining genotoxic gut bacterial strains increases tumor burden and accelerates onset in a germ-free mouse model of colon carcinogenesis.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reports  ·  IF 8.8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Germ-free mice colonized with 19 microbiotas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 counts vary by donor microbiota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Genotoxicity predicts tumorigenic microbes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Combining genotoxic strains increases tumors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Balance of strains affects tumor onset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Plitt Tamar, Piessevaux Alix, Rajpal Urvija et al.. Cell reports. 2026-07-30 DOI: 10.1016/j.celrep.2026.117645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Immediate Second Look After Cytoreduction for Colorectal or Ovarian Carcinomatosis: An Invisible Gorilla Effect?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oncology  ·  IF 3.8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immediate second look after CRS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172 patients underwent CC0 CRS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88.1% had additional nodules resected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47.4% confirmed malignancy in resected nodules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cognitive attention but errors observed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Dumont Fr&amp;#xe9;d&amp;#xe9;ric, Cosse Lola, Thibaudeau Emilie et al.. Annals of surgical oncology. 2026-07-07 DOI: 10.1245/s10434-026-19493-5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Incidence and outcomes of metachronous peritoneal metastasis in the setting of obstructing colon cancer: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surgical oncology : the journal of the European Society of Surgical Oncology and the British Association of Surgical Oncology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Colorectal peritoneal metastases are challenging to diagnose.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Obstruction in colon cancer worsens survival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Metachronous peritoneal metastases rates: 7-21%.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3-year survival: 48-56% with peritoneal disease.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prospective trials to reduce recurrence risk.</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O'Connell L V, McCafferty J, Udayasiri D et al.. European journal of surgical oncology : the journal of the European Society of Surgical Oncology and the British Association of Surgical Oncology. 2026-07-17 DOI: 10.1016/j.ejso.2026.111950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**免疫檢查點抑制劑的潛力**  </a:t>
            </a:r>
            <a:endParaRPr lang="en-US" sz="1200" dirty="0"/>
          </a:p>
          <a:p>
            <a:pPr indent="0" marL="0">
              <a:lnSpc>
                <a:spcPct val="150000"/>
              </a:lnSpc>
              <a:buNone/>
            </a:pPr>
            <a:r>
              <a:rPr lang="en-US" sz="1200" dirty="0">
                <a:solidFill>
                  <a:srgbClr val="FFFFFF"/>
                </a:solidFill>
              </a:rPr>
              <a:t>   The combination of neoadjuvant toripalimab and celecoxib demonstrates significant efficacy in dMMR/MSI-H locally advanced colorectal cancer, highlighting the potential of immune checkpoint inhibitors in enhancing treatment outcomes.  </a:t>
            </a:r>
            <a:endParaRPr lang="en-US" sz="1200" dirty="0"/>
          </a:p>
          <a:p>
            <a:pPr indent="0" marL="0">
              <a:lnSpc>
                <a:spcPct val="150000"/>
              </a:lnSpc>
              <a:buNone/>
            </a:pPr>
            <a:r>
              <a:rPr lang="en-US" sz="1200" dirty="0">
                <a:solidFill>
                  <a:srgbClr val="FFFFFF"/>
                </a:solidFill>
              </a:rPr>
              <a:t>   併用新輔助治療的toripalimab和celecoxib在dMMR/MSI-H的局部晚期結腸直腸癌中顯示出顯著的療效，突顯了免疫檢查點抑制劑在改善治療結果中的潛力。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**腸道微生物對癌症的影響**  </a:t>
            </a:r>
            <a:endParaRPr lang="en-US" sz="1200" dirty="0"/>
          </a:p>
          <a:p>
            <a:pPr indent="0" marL="0">
              <a:lnSpc>
                <a:spcPct val="150000"/>
              </a:lnSpc>
              <a:buNone/>
            </a:pPr>
            <a:r>
              <a:rPr lang="en-US" sz="1200" dirty="0">
                <a:solidFill>
                  <a:srgbClr val="FFFFFF"/>
                </a:solidFill>
              </a:rPr>
              <a:t>   Dysbiosis in the gut microbiota is linked to inflammatory bowel disease and colorectal cancer, suggesting that modulation of gut microbiota could be a viable therapeutic strategy.  </a:t>
            </a:r>
            <a:endParaRPr lang="en-US" sz="1200" dirty="0"/>
          </a:p>
          <a:p>
            <a:pPr indent="0" marL="0">
              <a:lnSpc>
                <a:spcPct val="150000"/>
              </a:lnSpc>
              <a:buNone/>
            </a:pPr>
            <a:r>
              <a:rPr lang="en-US" sz="1200" dirty="0">
                <a:solidFill>
                  <a:srgbClr val="FFFFFF"/>
                </a:solidFill>
              </a:rPr>
              <a:t>   腸道微生物失調與炎症性腸病和結腸直腸癌有關，這表明調節腸道微生物可能是一種可行的治療策略。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**炎症與癌症的關聯**  </a:t>
            </a:r>
            <a:endParaRPr lang="en-US" sz="1200" dirty="0"/>
          </a:p>
          <a:p>
            <a:pPr indent="0" marL="0">
              <a:lnSpc>
                <a:spcPct val="150000"/>
              </a:lnSpc>
              <a:buNone/>
            </a:pPr>
            <a:r>
              <a:rPr lang="en-US" sz="1200" dirty="0">
                <a:solidFill>
                  <a:srgbClr val="FFFFFF"/>
                </a:solidFill>
              </a:rPr>
              <a:t>   The role of inflammation in colorectal cancer is multifaceted, with both promoting and suppressing effects depending on the context, emphasizing the need for targeted therapies that consider the tumor microenvironment.  </a:t>
            </a:r>
            <a:endParaRPr lang="en-US" sz="1200" dirty="0"/>
          </a:p>
          <a:p>
            <a:pPr indent="0" marL="0">
              <a:lnSpc>
                <a:spcPct val="150000"/>
              </a:lnSpc>
              <a:buNone/>
            </a:pPr>
            <a:r>
              <a:rPr lang="en-US" sz="1200" dirty="0">
                <a:solidFill>
                  <a:srgbClr val="FFFFFF"/>
                </a:solidFill>
              </a:rPr>
              <a:t>   炎症在結腸直腸癌中的作用是多方面的，根據情境的不同可能有促進或抑制的效果，強調需要考慮腫瘤微環境的靶向治療。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**預測指標的應用**  </a:t>
            </a:r>
            <a:endParaRPr lang="en-US" sz="1200" dirty="0"/>
          </a:p>
          <a:p>
            <a:pPr indent="0" marL="0">
              <a:lnSpc>
                <a:spcPct val="150000"/>
              </a:lnSpc>
              <a:buNone/>
            </a:pPr>
            <a:r>
              <a:rPr lang="en-US" sz="1200" dirty="0">
                <a:solidFill>
                  <a:srgbClr val="FFFFFF"/>
                </a:solidFill>
              </a:rPr>
              <a:t>   The C-reactive protein-albumin-lymphocyte (CALLY) index shows promise as a predictive marker for colorectal cancer outcomes, indicating the importance of inflammatory markers in prognostication.  </a:t>
            </a:r>
            <a:endParaRPr lang="en-US" sz="1200" dirty="0"/>
          </a:p>
          <a:p>
            <a:pPr indent="0" marL="0">
              <a:lnSpc>
                <a:spcPct val="150000"/>
              </a:lnSpc>
              <a:buNone/>
            </a:pPr>
            <a:r>
              <a:rPr lang="en-US" sz="1200" dirty="0">
                <a:solidFill>
                  <a:srgbClr val="FFFFFF"/>
                </a:solidFill>
              </a:rPr>
              <a:t>   C-反應蛋白-白蛋白-淋巴細胞（CALLY）指數顯示出作為結腸直腸癌預後標記的潛力，表明炎症標記在預後中的重要性。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**新型治療策略的探索**  </a:t>
            </a:r>
            <a:endParaRPr lang="en-US" sz="1200" dirty="0"/>
          </a:p>
          <a:p>
            <a:pPr indent="0" marL="0">
              <a:lnSpc>
                <a:spcPct val="150000"/>
              </a:lnSpc>
              <a:buNone/>
            </a:pPr>
            <a:r>
              <a:rPr lang="en-US" sz="1200" dirty="0">
                <a:solidFill>
                  <a:srgbClr val="FFFFFF"/>
                </a:solidFill>
              </a:rPr>
              <a:t>   Emerging therapies targeting mitochondrial pathways and programmed cell death mechanisms represent innovative approaches to overcoming resistance in microsatellite stable colorectal cancer.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新興的針對線粒體途徑和程序性細胞死亡機制的治療策略代表了克服微衛星穩定型結腸直腸癌耐藥性的新方法。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**免疫療法組合策略**  </a:t>
            </a:r>
            <a:endParaRPr lang="en-US" sz="1200" dirty="0"/>
          </a:p>
          <a:p>
            <a:pPr indent="0" marL="0">
              <a:lnSpc>
                <a:spcPct val="150000"/>
              </a:lnSpc>
              <a:buNone/>
            </a:pPr>
            <a:r>
              <a:rPr lang="en-US" sz="1200" dirty="0">
                <a:solidFill>
                  <a:srgbClr val="FFFFFF"/>
                </a:solidFill>
              </a:rPr>
              <a:t>   Investigating the synergistic effects of combining immune checkpoint inhibitors with anti-inflammatory agents like celecoxib in various colorectal cancer subtypes could enhance therapeutic efficacy.  </a:t>
            </a:r>
            <a:endParaRPr lang="en-US" sz="1200" dirty="0"/>
          </a:p>
          <a:p>
            <a:pPr indent="0" marL="0">
              <a:lnSpc>
                <a:spcPct val="150000"/>
              </a:lnSpc>
              <a:buNone/>
            </a:pPr>
            <a:r>
              <a:rPr lang="en-US" sz="1200" dirty="0">
                <a:solidFill>
                  <a:srgbClr val="FFFFFF"/>
                </a:solidFill>
              </a:rPr>
              <a:t>   探索將免疫檢查點抑制劑與抗炎劑如celecoxib結合的協同效應在不同結腸直腸癌亞型中的應用，可能提高療效。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**微生物組的調節**  </a:t>
            </a:r>
            <a:endParaRPr lang="en-US" sz="1200" dirty="0"/>
          </a:p>
          <a:p>
            <a:pPr indent="0" marL="0">
              <a:lnSpc>
                <a:spcPct val="150000"/>
              </a:lnSpc>
              <a:buNone/>
            </a:pPr>
            <a:r>
              <a:rPr lang="en-US" sz="1200" dirty="0">
                <a:solidFill>
                  <a:srgbClr val="FFFFFF"/>
                </a:solidFill>
              </a:rPr>
              <a:t>   Future studies should focus on the manipulation of gut microbiota to assess its impact on treatment responses in colorectal cancer, particularly in patients with inflammatory bowel disease.  </a:t>
            </a:r>
            <a:endParaRPr lang="en-US" sz="1200" dirty="0"/>
          </a:p>
          <a:p>
            <a:pPr indent="0" marL="0">
              <a:lnSpc>
                <a:spcPct val="150000"/>
              </a:lnSpc>
              <a:buNone/>
            </a:pPr>
            <a:r>
              <a:rPr lang="en-US" sz="1200" dirty="0">
                <a:solidFill>
                  <a:srgbClr val="FFFFFF"/>
                </a:solidFill>
              </a:rPr>
              <a:t>   未來的研究應集中於調節腸道微生物，以評估其對結腸直腸癌治療反應的影響，特別是在炎症性腸病患者中。</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**炎症標記的臨床應用**  </a:t>
            </a:r>
            <a:endParaRPr lang="en-US" sz="1200" dirty="0"/>
          </a:p>
          <a:p>
            <a:pPr indent="0" marL="0">
              <a:lnSpc>
                <a:spcPct val="150000"/>
              </a:lnSpc>
              <a:buNone/>
            </a:pPr>
            <a:r>
              <a:rPr lang="en-US" sz="1200" dirty="0">
                <a:solidFill>
                  <a:srgbClr val="FFFFFF"/>
                </a:solidFill>
              </a:rPr>
              <a:t>   Further validation of the CALLY index and other inflammatory biomarkers in diverse populations could refine prognostic models and guide personalized treatment approaches.  </a:t>
            </a:r>
            <a:endParaRPr lang="en-US" sz="1200" dirty="0"/>
          </a:p>
          <a:p>
            <a:pPr indent="0" marL="0">
              <a:lnSpc>
                <a:spcPct val="150000"/>
              </a:lnSpc>
              <a:buNone/>
            </a:pPr>
            <a:r>
              <a:rPr lang="en-US" sz="1200" dirty="0">
                <a:solidFill>
                  <a:srgbClr val="FFFFFF"/>
                </a:solidFill>
              </a:rPr>
              <a:t>   在不同人群中進一步驗證CALLY指數和其他炎症生物標記，可能有助於完善預後模型並指導個性化治療方案。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**腫瘤微環境的研究**  </a:t>
            </a:r>
            <a:endParaRPr lang="en-US" sz="1200" dirty="0"/>
          </a:p>
          <a:p>
            <a:pPr indent="0" marL="0">
              <a:lnSpc>
                <a:spcPct val="150000"/>
              </a:lnSpc>
              <a:buNone/>
            </a:pPr>
            <a:r>
              <a:rPr lang="en-US" sz="1200" dirty="0">
                <a:solidFill>
                  <a:srgbClr val="FFFFFF"/>
                </a:solidFill>
              </a:rPr>
              <a:t>   Comprehensive studies on the tumor microenvironment's heterogeneity and its influence on immune responses will be crucial for developing tailored immunotherapies.  </a:t>
            </a:r>
            <a:endParaRPr lang="en-US" sz="1200" dirty="0"/>
          </a:p>
          <a:p>
            <a:pPr indent="0" marL="0">
              <a:lnSpc>
                <a:spcPct val="150000"/>
              </a:lnSpc>
              <a:buNone/>
            </a:pPr>
            <a:r>
              <a:rPr lang="en-US" sz="1200" dirty="0">
                <a:solidFill>
                  <a:srgbClr val="FFFFFF"/>
                </a:solidFill>
              </a:rPr>
              <a:t>   對腫瘤微環境的異質性及其對免疫反應影響的綜合研究將對開發量身定制的免疫療法至關重要。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**新型治療機制的探索**  </a:t>
            </a:r>
            <a:endParaRPr lang="en-US" sz="1200" dirty="0"/>
          </a:p>
          <a:p>
            <a:pPr indent="0" marL="0">
              <a:lnSpc>
                <a:spcPct val="150000"/>
              </a:lnSpc>
              <a:buNone/>
            </a:pPr>
            <a:r>
              <a:rPr lang="en-US" sz="1200" dirty="0">
                <a:solidFill>
                  <a:srgbClr val="FFFFFF"/>
                </a:solidFill>
              </a:rPr>
              <a:t>   Continued exploration of mitochondrial-targeting therapies and their role in enhancing immune responses in colorectal cancer could lead to novel treatment paradigms.  </a:t>
            </a:r>
            <a:endParaRPr lang="en-US" sz="1200" dirty="0"/>
          </a:p>
          <a:p>
            <a:pPr indent="0" marL="0">
              <a:lnSpc>
                <a:spcPct val="150000"/>
              </a:lnSpc>
              <a:buNone/>
            </a:pPr>
            <a:r>
              <a:rPr lang="en-US" sz="1200" dirty="0">
                <a:solidFill>
                  <a:srgbClr val="FFFFFF"/>
                </a:solidFill>
              </a:rPr>
              <a:t>   繼續探索針對線粒體的治療及其在增強結腸直腸癌免疫反應中的作用，可能會導致新型治療範式的出現。</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2026-08-03T01:39:07Z</dcterms:created>
  <dcterms:modified xsi:type="dcterms:W3CDTF">2026-08-03T01:39:07Z</dcterms:modified>
</cp:coreProperties>
</file>