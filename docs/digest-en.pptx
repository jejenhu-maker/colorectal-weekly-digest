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cell.com/cancer-cell/fulltext/S1535-6108(26)00360-0" TargetMode="External"/><Relationship Id="rId2" Type="http://schemas.openxmlformats.org/officeDocument/2006/relationships/hyperlink" Target="https://www.cell.com/cancer-cell/fulltext/S1535-6108(26)00360-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21/acs.jmedchem.6c00018" TargetMode="External"/><Relationship Id="rId2" Type="http://schemas.openxmlformats.org/officeDocument/2006/relationships/hyperlink" Target="https://doi.org/10.1021/acs.jmedchem.6c0001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ciencedirect.com/science/article/pii/S1936523326002937" TargetMode="External"/><Relationship Id="rId2" Type="http://schemas.openxmlformats.org/officeDocument/2006/relationships/hyperlink" Target="https://www.sciencedirect.com/science/article/pii/S193652332600293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mdpi.com/2072-6694/18/16/2722" TargetMode="External"/><Relationship Id="rId2" Type="http://schemas.openxmlformats.org/officeDocument/2006/relationships/hyperlink" Target="https://www.mdpi.com/2072-6694/18/16/272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link.springer.com/article/10.1245/s10434-026-20393-x" TargetMode="External"/><Relationship Id="rId2" Type="http://schemas.openxmlformats.org/officeDocument/2006/relationships/hyperlink" Target="https://link.springer.com/article/10.1245/s10434-026-20393-x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pmc.ncbi.nlm.nih.gov/articles/PMC13505378/" TargetMode="External"/><Relationship Id="rId2" Type="http://schemas.openxmlformats.org/officeDocument/2006/relationships/hyperlink" Target="https://pmc.ncbi.nlm.nih.gov/articles/PMC13505378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rontiersin.org/journals/oncology/articles/10.3389/fonc.2026.1616016/full" TargetMode="External"/><Relationship Id="rId2" Type="http://schemas.openxmlformats.org/officeDocument/2006/relationships/hyperlink" Target="https://www.frontiersin.org/journals/oncology/articles/10.3389/fonc.2026.1616016/ful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ciencedirect.com/science/article/pii/S221074012600063X" TargetMode="External"/><Relationship Id="rId2" Type="http://schemas.openxmlformats.org/officeDocument/2006/relationships/hyperlink" Target="https://www.sciencedirect.com/science/article/pii/S221074012600063X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36/bmjopen-2026-125722" TargetMode="External"/><Relationship Id="rId2" Type="http://schemas.openxmlformats.org/officeDocument/2006/relationships/hyperlink" Target="https://doi.org/10.1136/bmjopen-2026-12572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ecoenv.2026.120792" TargetMode="External"/><Relationship Id="rId2" Type="http://schemas.openxmlformats.org/officeDocument/2006/relationships/hyperlink" Target="https://doi.org/10.1016/j.ecoenv.2026.12079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Colorectal</a:t>
            </a:r>
            <a:endParaRPr lang="en-US" sz="4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Surgery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2026-09-07 — 2026-09-14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10 Selected Papers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clinicogenomic analysis reveals the evolution and metastatic tropisms…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Selective Macrocyclic WEE1 Kinase Inhibitors with Strong Efficacy against Patien…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chemotherapy and bevacizumab for colorectal peritoneal metastases: c…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Tailoring HIPEC with Patient-Derived Organoids in Colorectal Peritoneal Metastas…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Prophylactic Hyperthermic Intraperitoneal Chemotherapy in Locally Advanced Color…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Glucosamine Use and Its Association with Colorectal Cancer and Mortality: A Syst…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Prognostic value of systemic immune-inflammation index for colorectal cancer: a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utility of the C-reactive protein-albumin-lymphocyte (CALLY) index in…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[18F]AlF-FAPI-74 PET/CT for preoperative assessment of the peritoneal cancer ind…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Multi-omics analysis and experiments reveal an association between polystyrene m…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Integrated clinicogenomic analysis reveals the evolution and metastatic tropisms of advanced colorectal cancer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Cell  ·  IF 48.8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P Manca, H Walch, J Xu. Cancer Cell.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Selective Macrocyclic WEE1 Kinase Inhibitors with Strong Efficacy against Patient-Derived Colorectal Cancer Organoids.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medicinal chemistry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Syphers Joel L, Wright Josephine A, Kumar Adarsh et al.. Journal of medicinal chemistry. 2026-09-10 DOI: 10.1021/acs.jmedchem.6c00018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Neoadjuvant chemotherapy and bevacizumab for colorectal peritoneal metastases: clinical and translational outcomes of the phase II BEV-IP trial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Translational …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DKA Chia, J Demuytere, A Hoorens…. Translational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Tailoring HIPEC with Patient-Derived Organoids in Colorectal Peritoneal Metastases: Results from the First Stage of the Prospective Phase II OrganoHIPEC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Cancers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D Baratti, L Varinelli, M Guaglio. Cancers.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Prophylactic Hyperthermic Intraperitoneal Chemotherapy in Locally Advanced Colorectal Cancer: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Annals of Surgical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YC Chen, SC Chang, YY Tsai. Annals of Surgical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Glucosamine Use and Its Association with Colorectal Cancer and Mortality: A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Cancer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Y Yan, M Xu, R Wang. Journal of Cancer.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Prognostic value of systemic immune-inflammation index for colorectal cancer: a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Frontiers in Oncology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P Wang, H Jiang. Frontiers in Oncology.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Predictive utility of the C-reactive protein-albumin-lymphocyte (CALLY) index in Colorectal cancer: A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Clinics and Research in Hepatology and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 Li, T Chu, W Chen. Clinics and Research in Hepatology and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[18F]AlF-FAPI-74 PET/CT for preoperative assessment of the peritoneal cancer index and comparison with MRI-based, surgical and pathological assessment in colorectal cancer patients eligible for CRS-HIPEC: study protocol for a prospective observational proof-of-concept study.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BMJ open  ·  Prospective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van den Bos Myrna, Vogel Wouter V, van Duijvenvoorde Maurice et al.. BMJ open. 2026-09-09 DOI: 10.1136/bmjopen-2026-125722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Multi-omics analysis and experiments reveal an association between polystyrene microplastics exposure and colorectal cancer progression.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Ecotoxicology and environmental safety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Zhang Zheng, Wang Xinyue, Cao Huake et al.. Ecotoxicology and environmental safety. 2026-09-12 DOI: 10.1016/j.ecoenv.2026.120792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Insights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(Generati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on failed)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9319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Colorectal Surgery Weekly Digest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Colorectal Surgery Weekly Digest</dc:title>
  <dc:subject>PptxGenJS Presentation</dc:subject>
  <dc:creator>Colorectal Weekly Digest</dc:creator>
  <cp:lastModifiedBy>Colorectal Weekly Digest</cp:lastModifiedBy>
  <cp:revision>1</cp:revision>
  <dcterms:created xsi:type="dcterms:W3CDTF">2026-09-14T05:52:21Z</dcterms:created>
  <dcterms:modified xsi:type="dcterms:W3CDTF">2026-09-14T05:52:21Z</dcterms:modified>
</cp:coreProperties>
</file>