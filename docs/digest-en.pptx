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ut.bmj.com/content/early/2026/08/23/gutjnl-2026-339128.abstract" TargetMode="External"/><Relationship Id="rId2" Type="http://schemas.openxmlformats.org/officeDocument/2006/relationships/hyperlink" Target="https://gut.bmj.com/content/early/2026/08/23/gutjnl-2026-339128.abstra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1936523326002937" TargetMode="External"/><Relationship Id="rId2" Type="http://schemas.openxmlformats.org/officeDocument/2006/relationships/hyperlink" Target="https://www.sciencedirect.com/science/article/pii/S193652332600293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245/s10434-026-20393-x" TargetMode="External"/><Relationship Id="rId2" Type="http://schemas.openxmlformats.org/officeDocument/2006/relationships/hyperlink" Target="https://link.springer.com/article/10.1245/s10434-026-20393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505378/" TargetMode="External"/><Relationship Id="rId2" Type="http://schemas.openxmlformats.org/officeDocument/2006/relationships/hyperlink" Target="https://pmc.ncbi.nlm.nih.gov/articles/PMC13505378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12029-026-01446-6" TargetMode="External"/><Relationship Id="rId2" Type="http://schemas.openxmlformats.org/officeDocument/2006/relationships/hyperlink" Target="https://link.springer.com/article/10.1007/s12029-026-01446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dpi.com/2072-6694/18/10/1515" TargetMode="External"/><Relationship Id="rId2" Type="http://schemas.openxmlformats.org/officeDocument/2006/relationships/hyperlink" Target="https://www.mdpi.com/2072-6694/18/10/151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content/pdf/10.1186/s12967-026-08692-z_reference.pdf" TargetMode="External"/><Relationship Id="rId2" Type="http://schemas.openxmlformats.org/officeDocument/2006/relationships/hyperlink" Target="https://link.springer.com/content/pdf/10.1186/s12967-026-08692-z_referenc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fct.2026.116349" TargetMode="External"/><Relationship Id="rId2" Type="http://schemas.openxmlformats.org/officeDocument/2006/relationships/hyperlink" Target="https://doi.org/10.1016/j.fct.2026.11634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01/gad.353662.126" TargetMode="External"/><Relationship Id="rId2" Type="http://schemas.openxmlformats.org/officeDocument/2006/relationships/hyperlink" Target="https://doi.org/10.1101/gad.353662.12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0620-026-10183-6" TargetMode="External"/><Relationship Id="rId2" Type="http://schemas.openxmlformats.org/officeDocument/2006/relationships/hyperlink" Target="https://doi.org/10.1007/s10620-026-10183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2026-08-24 — 2026-08-31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exposure-driven accelerated colorectal carcinogenesis: a model with imp…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chemotherapy and bevacizumab for colorectal peritoneal metastases: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Prophylactic Hyperthermic Intraperitoneal Chemotherapy in Locally Advanced Color…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Glucosamine Use and Its Association with Colorectal Cancer and Mortality: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pretreatment C-reactive–protein–albumin–lymphocyte index in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Factors in Sporadic Early-Onset Colorectal Cancer, Current Evidence and Eme…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Neutrophil extracellular traps in colorectal cancer: context-dependent roles fro…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Methylparaben promotes colorectal tumor growth through nuclear receptor-mediated…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conserved Notch-Meis1-Pbx cascade specifies secretory progenitors into spatial…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cGAS-STING Modulates the NF-&amp;#x3ba;B Pathway to Influence the Occurrence of Ulce…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exposure-driven accelerated colorectal carcinogenesis: a model with implications for screening colonoscopy effectiveness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 Truninger, H Easwaran, F Macrae. Gut.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chemotherapy and bevacizumab for colorectal peritoneal metastases: clinical and translational outcomes of the phase II BEV-IP trial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Translational 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DKA Chia, J Demuytere, A Hoorens…. Translational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Prophylactic Hyperthermic Intraperitoneal Chemotherapy in Locally Advanced Colorectal Cancer: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YC Chen, SC Chang, YY Tsai. Annals of Surgical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Glucosamine Use and Its Association with Colorectal Cancer and Mortality: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 Yan, M Xu, R Wang. Journal of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pretreatment C-reactive–protein–albumin–lymphocyte index in colorectal cancer: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 Shamohammadi, D Yarahmadi…. Journal of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Risk Factors in Sporadic Early-Onset Colorectal Cancer, Current Evidence and Emerging Insights: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Cancers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 Maddula, JE Cohen, D Kumarasinghe. Cancers.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Neutrophil extracellular traps in colorectal cancer: context-dependent roles from inflammatory carcinogenesis to liver metastasis and therapeutic targeting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Translational Medicine  ·  IF 6.1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 Xu, R Wang, J Tan. Journal of Translational Medicine.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Methylparaben promotes colorectal tumor growth through nuclear receptor-mediated transcriptional reprogramming and inflammatory signaling: Evidence from integrated transcriptomics and network toxicology.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Food and chemical toxicology : an international journal published for the British Industrial Biological Research Association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 Zhisheng, Zhang Zheng, Zhou Yao et al.. Food and chemical toxicology : an international journal published for the British Industrial Biological Research Association. 2026-08-28 DOI: 10.1016/j.fct.2026.116349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conserved Notch-Meis1-Pbx cascade specifies secretory progenitors into spatially diverse intestinal best4 + cells.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Genes &amp; development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Sur Abhinav, Segal Ella X, Nunneley Michael P et al.. Genes &amp; development. 2026-08-26 DOI: 10.1101/gad.353662.126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cGAS-STING Modulates the NF-&amp;#x3ba;B Pathway to Influence the Occurrence of Ulcerative Colitis-Associated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Digestive diseases and sciences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Jian, Luo Anqing, Yao Yizhou et al.. Digestive diseases and sciences. 2026-08-24 DOI: 10.1007/s10620-026-10183-6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Colorectal Surgery Weekly Digest</dc:title>
  <dc:subject>PptxGenJS Presentation</dc:subject>
  <dc:creator>Colorectal Weekly Digest</dc:creator>
  <cp:lastModifiedBy>Colorectal Weekly Digest</cp:lastModifiedBy>
  <cp:revision>1</cp:revision>
  <dcterms:created xsi:type="dcterms:W3CDTF">2026-08-31T06:44:00Z</dcterms:created>
  <dcterms:modified xsi:type="dcterms:W3CDTF">2026-08-31T06:44:00Z</dcterms:modified>
</cp:coreProperties>
</file>