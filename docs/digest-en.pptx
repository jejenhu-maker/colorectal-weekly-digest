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S1470-2045(26)00220-2" TargetMode="External"/><Relationship Id="rId2" Type="http://schemas.openxmlformats.org/officeDocument/2006/relationships/hyperlink" Target="https://doi.org/10.1016/S1470-2045(26)00220-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S1470-2045(26)00085-9" TargetMode="External"/><Relationship Id="rId2" Type="http://schemas.openxmlformats.org/officeDocument/2006/relationships/hyperlink" Target="https://doi.org/10.1016/S1470-2045(26)00085-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67-026-75208-0" TargetMode="External"/><Relationship Id="rId2" Type="http://schemas.openxmlformats.org/officeDocument/2006/relationships/hyperlink" Target="https://doi.org/10.1038/s41467-026-75208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jpp/rgag071" TargetMode="External"/><Relationship Id="rId2" Type="http://schemas.openxmlformats.org/officeDocument/2006/relationships/hyperlink" Target="https://doi.org/10.1093/jpp/rgag07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873/cgp.20596" TargetMode="External"/><Relationship Id="rId2" Type="http://schemas.openxmlformats.org/officeDocument/2006/relationships/hyperlink" Target="https://doi.org/10.21873/cgp.2059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jsopen/zrag061" TargetMode="External"/><Relationship Id="rId2" Type="http://schemas.openxmlformats.org/officeDocument/2006/relationships/hyperlink" Target="https://doi.org/10.1093/bjsopen/zrag06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873/invivo.14382" TargetMode="External"/><Relationship Id="rId2" Type="http://schemas.openxmlformats.org/officeDocument/2006/relationships/hyperlink" Target="https://doi.org/10.21873/invivo.1438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rontiersin.org/journals/oncology/articles/10.3389/fonc.2026.1616016/full" TargetMode="External"/><Relationship Id="rId2" Type="http://schemas.openxmlformats.org/officeDocument/2006/relationships/hyperlink" Target="https://www.frontiersin.org/journals/oncology/articles/10.3389/fonc.2026.1616016/ful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80/2162402X.2026.2696069" TargetMode="External"/><Relationship Id="rId2" Type="http://schemas.openxmlformats.org/officeDocument/2006/relationships/hyperlink" Target="https://doi.org/10.1080/2162402X.2026.269606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cademic.oup.com/crohnscolitis360/article-abstract/8/1/otag001/8423533" TargetMode="External"/><Relationship Id="rId2" Type="http://schemas.openxmlformats.org/officeDocument/2006/relationships/hyperlink" Target="https://academic.oup.com/crohnscolitis360/article-abstract/8/1/otag001/842353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</a:t>
            </a:r>
            <a:endParaRPr lang="en-US" sz="4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Surgery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2026-06-29 — 2026-07-06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toripalimab plus celecoxib versus toripalimab monotherapy for mismat…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Perioperative systemic therapy versus surgery alone for resectable colorectal pe…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Reprogramming macrophage immunometabolism via glutamine antagonism potentiates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Norisoboldine suppresses epithelial-mesenchymal transition in colorectal cancer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Formimidoyltransferase Cyclodeaminase as a Potential Prognostic Biom…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 reported in studies of anal high-grade squamous intraepithelial lesions…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Association of Pre-treatment CALLY Index With Pathological Response to Neoadjuva…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systemic immune-inflammation index for colorectal cancer: a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Intratumoral enrichment and suppressive activity of DP8&amp;#x3b1; regulatory T cell…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of inflammatory bowel disease-associated colorectal cancer risk and it…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toripalimab plus celecoxib versus toripalimab monotherapy for mismatch repair-deficient or microsatellite instability-high, locally advanced colorectal cancer (PICC-2): an open-label, multicentre, randomised, phase 2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Lancet. Oncology  ·  IF 41.6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therapy for dMMR/MSI-H cancer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of toripalimab and celecoxib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pathological complete response rate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Hu Huabin, Shen Xutao, Li Yunfeng et al.. The Lancet. Oncology. 2026-07-01 DOI: 10.1016/S1470-2045(26)00220-2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Perioperative systemic therapy versus surgery alone for resectable colorectal peritoneal-only metastases (CAIRO6): a randomised, open-label, phase 3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Lancet. Oncology  ·  IF 41.6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compares systemic therapy and surgery alone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358 patients enrolled in the trial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overall survival: 44 vs 39 months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postoperative morbidity in systemic therapy group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toxicity observed in 57% of patients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Rovers Koen P, Bakkers Checca, van den Heuvel Teun B M et al.. The Lancet. Oncology. 2026-06-29 DOI: 10.1016/S1470-2045(26)00085-9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Reprogramming macrophage immunometabolism via glutamine antagonism potentiates colorectal cancer therapy in mice.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Nature communications  ·  IF 14.7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Glutamine metabolism promotes immunosuppressive macrophages.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WGF-T17 reprograms macrophages to inflammatory state.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T17 enhances efficacy of CRC therapies.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Fan Renming, Lu Xintong, Zhang Bingjie et al.. Nature communications. 2026-07-04 DOI: 10.1038/s41467-026-75208-0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Norisoboldine suppresses epithelial-mesenchymal transition in colorectal cancer by simultaneously inhibiting the CXCR4/CXCR7 chemokine receptors and the JAK/STAT3 signaling pathway.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Journal of pharmacy and pharmacology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Norisoboldine inhibits colorectal cancer progression.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Decreases mesenchymal protein expression levels.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Inhibits JAK/STAT3 signaling pathway activity.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Kim Na Young, Hong Yejin, Baek Seung Ho et al.. The Journal of pharmacy and pharmacology. 2026-07-04 DOI: 10.1093/jpp/rgag071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Analysis of Formimidoyltransferase Cyclodeaminase as a Potential Prognostic Biomarker and Therapeutic Target in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genomics &amp; proteomics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FTCD linked to cancer progression in CRC.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FTCD correlates with poor survival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FTCD knockdown reduces tumor growth and invasion.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Tanaka Kenshiro, Umeda Shinichi, Hattori Norifumi et al.. Cancer genomics &amp; proteomics. 2026-06-29 DOI: 10.21873/cgp.20596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Outcomes reported in studies of anal high-grade squamous intraepithelial lesions treatments: systematic review.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BJS open  ·  RCT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 HSIL is a precursor to ASCC.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studies evaluated anal HSIL treatments.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966 outcomes mapped to 170 SOTs.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heterogeneity in outcome definitions.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for a COS to standardize outcomes.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Finch David A, Chaudhury Madhu P, Morris Rebecca et al.. BJS open. 2026-07-04 DOI: 10.1093/bjsopen/zrag061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Association of Pre-treatment CALLY Index With Pathological Response to Neoadjuvant Chemotherapy in 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 vivo (Athens, Greece)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on pre-treatment CALLY index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Analyzed 59 rectal cancer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Pathological response evaluated by Japanese Classification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40.7% achieved grade 2-3 response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CALLY index may predict NAC response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Akiyama Yasuki, Sawatsubashi Yusuke, Yabuki Kei et al.. In vivo (Athens, Greece). 2026-07-01 DOI: 10.21873/invivo.14382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systemic immune-inflammation index for colorectal cancer: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Frontiers in Oncology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Systemic immune-inflammation index (SII) evaluated.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SII correlates with CRC prognosis.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Meta-analysis of existing studies conducted.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Wang, H Jiang. Frontiers in Oncology.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Intratumoral enrichment and suppressive activity of DP8&amp;#x3b1; regulatory T cells in human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Oncoimmunology  ·  IF 5.9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Identification of DP8α Tregs in CRC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 of DP8α Tregs in tumors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Suppression of T-cell proliferation by DP8α Tregs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Deiber Mathilde, Deleine C&amp;#xe9;cile, Gervois-Segain Nadine et al.. Oncoimmunology. 2026-07-03 DOI: 10.1080/2162402X.2026.2696069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Awareness of inflammatory bowel disease-associated colorectal cancer risk and its management in patients with inflammatory bowel disease: a systematic review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Crohns &amp; Colitis 360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awareness of colorectal cancer risk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for better management strategies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Importance of patient education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 Khan, C Norton, W Czuber-Dochan. Crohns &amp; Colitis 360.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綜合啟示（Overall Insights）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**新型治療策略的潛力**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combination of neoadjuvant toripalimab and celecoxib demonstrates enhanced efficacy in dMMR/MSI-H colorectal cancer, indicating the potential of combining immunotherapy with COX-2 inhibition to improve treatment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新型的neoadjuvant治療策略，結合toripalimab與celecoxib，顯示在dMMR/MSI-H大腸癌中具增強療效，顯示出將免疫治療與COX-2抑制劑結合的潛力。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**手術與全身治療的比較**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CAIRO6 trial highlights the importance of evaluating perioperative systemic therapy versus surgery alone, suggesting that systemic therapy may enhance outcomes in patients with resectable colorectal peritoneal metastases.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CAIRO6試驗強調評估圍手術期全身治療與單獨手術的重要性，暗示全身治療可能改善可切除大腸癌腹膜轉移患者的預後。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**腫瘤微環境的調節**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Research on glutamine antagonism reveals that reprogramming macrophage immunometabolism can significantly enhance the efficacy of colorectal cancer therapies, emphasizing the role of the tumor microenvironment in treatment response.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針對谷氨酸拮抗劑的研究顯示，重編程巨噬細胞免疫代謝可顯著提高大腸癌治療的療效，強調腫瘤微環境在治療反應中的角色。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**生物標記物的潛力**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exploration of FTCD as a prognostic biomarker suggests that metabolic pathways may serve as critical targets for therapeutic intervention in colorectal cancer.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FTCD作為預後生物標記物的研究表明，代謝途徑可能成為大腸癌治療干預的關鍵目標。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**系統性炎症指數的預測價值**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systemic immune-inflammation index (SII) has emerged as a promising prognostic biomarker, indicating that systemic inflammatory responses may play a significant role in colorectal cancer progression and outcomes.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系統性免疫炎症指數（SII）已成為有前景的預後生物標記物，表明系統性炎症反應可能在大腸癌的進展和預後中起重要作用。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未來研究方向（Future Research Directions）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**免疫治療的優化**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studies should focus on optimizing combination therapies involving immune checkpoint inhibitors and anti-inflammatory agents to maximize therapeutic efficacy in colorectal cancer.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未來研究應集中於優化免疫檢查點抑制劑與抗炎藥物的聯合療法，以最大化大腸癌的治療效果。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**腫瘤微環境的深入研究**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role of the tumor microenvironment in mediating treatment responses will be crucial for developing targeted therapies that can overcome resistance mechanisms in colorectal cancer.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深入研究腫瘤微環境在治療反應中的作用，對於開發能克服大腸癌抵抗機制的靶向療法至關重要。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**新生物標記物的發現**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Continued exploration of novel biomarkers, such as FTCD and SII, will enhance our understanding of colorectal cancer prognosis and may lead to more personalized treatment approaches.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持續探索新生物標記物，如FTCD和SII，將增進我們對大腸癌預後的理解，並可能導致更個性化的治療方法。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**炎症與腫瘤進展的關聯**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Research should further investigate the relationship between systemic inflammation and colorectal cancer progression, potentially identifying new therapeutic targets.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研究應進一步探討系統性炎症與大腸癌進展之間的關聯，可能識別新的治療靶點。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**臨床試驗的擴展**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Expanding clinical trials to include diverse patient populations and treatment regimens will provide more comprehensive data on the efficacy of emerging therapies for colorectal cancer.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擴大臨床試驗以納入多樣化的患者群體和治療方案，將提供有關新興大腸癌療法療效的更全面數據。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Colorectal Surgery Weekly Digest</dc:title>
  <dc:subject>PptxGenJS Presentation</dc:subject>
  <dc:creator>Colorectal Weekly Digest</dc:creator>
  <cp:lastModifiedBy>Colorectal Weekly Digest</cp:lastModifiedBy>
  <cp:revision>1</cp:revision>
  <dcterms:created xsi:type="dcterms:W3CDTF">2026-07-06T01:40:01Z</dcterms:created>
  <dcterms:modified xsi:type="dcterms:W3CDTF">2026-07-06T01:40:01Z</dcterms:modified>
</cp:coreProperties>
</file>