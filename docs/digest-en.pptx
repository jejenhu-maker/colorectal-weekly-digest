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aacrjournals.org/cancerres/article/86/7_Supplement/6122/780015" TargetMode="External"/><Relationship Id="rId2" Type="http://schemas.openxmlformats.org/officeDocument/2006/relationships/hyperlink" Target="https://aacrjournals.org/cancerres/article/86/7_Supplement/6122/780015"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86/s12967-026-08041-0" TargetMode="External"/><Relationship Id="rId2" Type="http://schemas.openxmlformats.org/officeDocument/2006/relationships/hyperlink" Target="https://doi.org/10.1186/s12967-026-08041-0"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86/s13020-026-01381-5" TargetMode="External"/><Relationship Id="rId2" Type="http://schemas.openxmlformats.org/officeDocument/2006/relationships/hyperlink" Target="https://doi.org/10.1186/s13020-026-01381-5"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02/advs.202520000" TargetMode="External"/><Relationship Id="rId2" Type="http://schemas.openxmlformats.org/officeDocument/2006/relationships/hyperlink" Target="https://doi.org/10.1002/advs.202520000"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2/cbic.202600004" TargetMode="External"/><Relationship Id="rId2" Type="http://schemas.openxmlformats.org/officeDocument/2006/relationships/hyperlink" Target="https://doi.org/10.1002/cbic.202600004"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jep.2026.121657" TargetMode="External"/><Relationship Id="rId2" Type="http://schemas.openxmlformats.org/officeDocument/2006/relationships/hyperlink" Target="https://doi.org/10.1016/j.jep.2026.121657"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acrjournals.org/cancerres/article/86/7_Supplement/4476/777724" TargetMode="External"/><Relationship Id="rId2" Type="http://schemas.openxmlformats.org/officeDocument/2006/relationships/hyperlink" Target="https://aacrjournals.org/cancerres/article/86/7_Supplement/4476/77772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2026-04-12 — 2026-04-19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Organ-specific immune and metabolic programs shape spatial microenvironments in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Lactate metabolism-driven lactylation: paradoxical modulation of intestinal infl…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Thlaspi arvense attenuates colitis-associated colorectal tumorigenesis through 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Tumor-Derived Alpha-1 Antitrypsin Promotes Liver Metastasis of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Radioiodination of Two Carborane-Based Dual Cyclooxygenase-2/5-Lipoxygenase Inhi…</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Sanghuangporus vaninii extract exerts dual anti-tumor effects in colitis-associa…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Repurposing PARP inhibitors in molecularly defined subgroups of peritoneal metas…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 excrementihominis worsens colitis severity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NETosis activation linked to cancer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therapeutic strategies identified</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Organ-specific immune and metabolic programs shape spatial microenvironments in MSS colorectal cancer metastases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Research  ·  IF 12.7</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T-cell infiltration in MSS colorectal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Liver metastases have unique immune profiles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Peritoneal metastases show distinct microenvironments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intraperitoneal chemotherapy (HIPEC)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Effectiveness in advanced colorectal cancer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as a prognostic biomarker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existing studies conducted</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Lactate metabolism-driven lactylation: paradoxical modulation of intestinal inflammation and malignancy.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translational medicine  ·  IF 6.1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Lactate metabolism impacts intestinal inflammation.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Lactylation modulates immune responses in gut.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lactate may treat intestinal diseases.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Thlaspi arvense attenuates colitis-associated colorectal tumorigenesis through suppression of neutrophil recruitment via the NOD/NF-&amp;#x3ba;B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Chinese medicine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Thlaspi arvense reduces colitis-associated tumors.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Neutrophil recruitment is a key factor.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 inhibits NOD/NF-κB signaling pathway.</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Tumor-Derived Alpha-1 Antitrypsin Promotes Liver Metastasis of Colorectal Cancer Through the Neutrophil Extracellular Traps-CCDC25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A1AT promotes CRC liver metastasis.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Neutrophil extracellular traps involved.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CCDC25 upregulation enhances invasiveness.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Radioiodination of Two Carborane-Based Dual Cyclooxygenase-2/5-Lipoxygenase Inhibitors and Their In Vitro and In Vivo Evaluation.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Chembiochem : a European journal of chemical biology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COX-2 and 5-LO are cancer targets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Iodinated inhibitors showed varying potency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Radiotracer uptake influenced by 5-LO</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Sanghuangporus vaninii extract exerts dual anti-tumor effects in colitis-associated colorectal cancer by direct cytotoxicity and macrophage reprogramming via the PPAR&amp;#x3b3;/NF-&amp;#x3ba;B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Sanghuangporus vaninii shows anti-tumor effects.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Inhibits colitis-associated colorectal cancer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Modulates macrophages via PPARγ/NF-κB axis.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Improves survival and reduces tumor burden.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Rebalances cytokine profile in treated mice.</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Repurposing PARP inhibitors in molecularly defined subgroups of peritoneal metastatic colorectal cancer (pmCRC): Preclinical analysis of patient-derived xenograft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pmCRC shows poor prognosis compared to other metastases.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PARP inhibitors may benefit specific molecular subgroups.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Patient-derived xenografts used for preclinical analysis.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**腸道微生物對腸道炎症和腸癌的影響**  </a:t>
            </a:r>
            <a:endParaRPr lang="en-US" sz="1200" dirty="0"/>
          </a:p>
          <a:p>
            <a:pPr indent="0" marL="0">
              <a:lnSpc>
                <a:spcPct val="150000"/>
              </a:lnSpc>
              <a:buNone/>
            </a:pPr>
            <a:r>
              <a:rPr lang="en-US" sz="1200" dirty="0">
                <a:solidFill>
                  <a:srgbClr val="FFFFFF"/>
                </a:solidFill>
              </a:rPr>
              <a:t>   **The impact of gut microbiota on intestinal inflammation and colorectal cancer:**  </a:t>
            </a:r>
            <a:endParaRPr lang="en-US" sz="1200" dirty="0"/>
          </a:p>
          <a:p>
            <a:pPr indent="0" marL="0">
              <a:lnSpc>
                <a:spcPct val="150000"/>
              </a:lnSpc>
              <a:buNone/>
            </a:pPr>
            <a:r>
              <a:rPr lang="en-US" sz="1200" dirty="0">
                <a:solidFill>
                  <a:srgbClr val="FFFFFF"/>
                </a:solidFill>
              </a:rPr>
              <a:t>   研究顯示，某些腸道微生物（如Parasutterella excrementihominis）能促進腸道炎症並加劇與腸炎相關的腸癌，提示微生物組在腸道健康中的關鍵角色。  </a:t>
            </a:r>
            <a:endParaRPr lang="en-US" sz="1200" dirty="0"/>
          </a:p>
          <a:p>
            <a:pPr indent="0" marL="0">
              <a:lnSpc>
                <a:spcPct val="150000"/>
              </a:lnSpc>
              <a:buNone/>
            </a:pPr>
            <a:r>
              <a:rPr lang="en-US" sz="1200" dirty="0">
                <a:solidFill>
                  <a:srgbClr val="FFFFFF"/>
                </a:solidFill>
              </a:rPr>
              <a:t>   Studies indicate that certain gut microbes (e.g., Parasutterella excrementihominis) can exacerbate intestinal inflammation and colitis-associated colorectal cancer, highlighting the critical role of the microbiome in gut health.</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**免疫反應與腫瘤微環境的關聯**  </a:t>
            </a:r>
            <a:endParaRPr lang="en-US" sz="1200" dirty="0"/>
          </a:p>
          <a:p>
            <a:pPr indent="0" marL="0">
              <a:lnSpc>
                <a:spcPct val="150000"/>
              </a:lnSpc>
              <a:buNone/>
            </a:pPr>
            <a:r>
              <a:rPr lang="en-US" sz="1200" dirty="0">
                <a:solidFill>
                  <a:srgbClr val="FFFFFF"/>
                </a:solidFill>
              </a:rPr>
              <a:t>   **The relationship between immune responses and tumor microenvironments:**  </a:t>
            </a:r>
            <a:endParaRPr lang="en-US" sz="1200" dirty="0"/>
          </a:p>
          <a:p>
            <a:pPr indent="0" marL="0">
              <a:lnSpc>
                <a:spcPct val="150000"/>
              </a:lnSpc>
              <a:buNone/>
            </a:pPr>
            <a:r>
              <a:rPr lang="en-US" sz="1200" dirty="0">
                <a:solidFill>
                  <a:srgbClr val="FFFFFF"/>
                </a:solidFill>
              </a:rPr>
              <a:t>   不同器官的免疫和代謝程序塑造了腫瘤微環境，這對腸癌轉移具有重要影響，顯示了針對特定微環境的治療策略的潛力。  </a:t>
            </a:r>
            <a:endParaRPr lang="en-US" sz="1200" dirty="0"/>
          </a:p>
          <a:p>
            <a:pPr indent="0" marL="0">
              <a:lnSpc>
                <a:spcPct val="150000"/>
              </a:lnSpc>
              <a:buNone/>
            </a:pPr>
            <a:r>
              <a:rPr lang="en-US" sz="1200" dirty="0">
                <a:solidFill>
                  <a:srgbClr val="FFFFFF"/>
                </a:solidFill>
              </a:rPr>
              <a:t>   Organ-specific immune and metabolic programs shape tumor microenvironments, significantly affecting colorectal cancer metastasis, suggesting the potential for targeted therapeutic strategies against specific microenvironments.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**系統性免疫-炎症指數的預後價值**  </a:t>
            </a:r>
            <a:endParaRPr lang="en-US" sz="1200" dirty="0"/>
          </a:p>
          <a:p>
            <a:pPr indent="0" marL="0">
              <a:lnSpc>
                <a:spcPct val="150000"/>
              </a:lnSpc>
              <a:buNone/>
            </a:pPr>
            <a:r>
              <a:rPr lang="en-US" sz="1200" dirty="0">
                <a:solidFill>
                  <a:srgbClr val="FFFFFF"/>
                </a:solidFill>
              </a:rPr>
              <a:t>   **Prognostic value of the systemic immune-inflammation index:**  </a:t>
            </a:r>
            <a:endParaRPr lang="en-US" sz="1200" dirty="0"/>
          </a:p>
          <a:p>
            <a:pPr indent="0" marL="0">
              <a:lnSpc>
                <a:spcPct val="150000"/>
              </a:lnSpc>
              <a:buNone/>
            </a:pPr>
            <a:r>
              <a:rPr lang="en-US" sz="1200" dirty="0">
                <a:solidFill>
                  <a:srgbClr val="FFFFFF"/>
                </a:solidFill>
              </a:rPr>
              <a:t>   系統性免疫-炎症指數（SII）在腸癌預後中顯示出重要的生物標記潛力，能夠幫助臨床醫生評估患者的預後情況。  </a:t>
            </a:r>
            <a:endParaRPr lang="en-US" sz="1200" dirty="0"/>
          </a:p>
          <a:p>
            <a:pPr indent="0" marL="0">
              <a:lnSpc>
                <a:spcPct val="150000"/>
              </a:lnSpc>
              <a:buNone/>
            </a:pPr>
            <a:r>
              <a:rPr lang="en-US" sz="1200" dirty="0">
                <a:solidFill>
                  <a:srgbClr val="FFFFFF"/>
                </a:solidFill>
              </a:rPr>
              <a:t>   The systemic immune-inflammation index (SII) shows significant potential as a prognostic biomarker in colorectal cancer, aiding clinicians in assessing patient prognosis.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**腫瘤微環境中的中性粒細胞角色**  </a:t>
            </a:r>
            <a:endParaRPr lang="en-US" sz="1200" dirty="0"/>
          </a:p>
          <a:p>
            <a:pPr indent="0" marL="0">
              <a:lnSpc>
                <a:spcPct val="150000"/>
              </a:lnSpc>
              <a:buNone/>
            </a:pPr>
            <a:r>
              <a:rPr lang="en-US" sz="1200" dirty="0">
                <a:solidFill>
                  <a:srgbClr val="FFFFFF"/>
                </a:solidFill>
              </a:rPr>
              <a:t>   **Role of neutrophils in the tumor microenvironment:**  </a:t>
            </a:r>
            <a:endParaRPr lang="en-US" sz="1200" dirty="0"/>
          </a:p>
          <a:p>
            <a:pPr indent="0" marL="0">
              <a:lnSpc>
                <a:spcPct val="150000"/>
              </a:lnSpc>
              <a:buNone/>
            </a:pPr>
            <a:r>
              <a:rPr lang="en-US" sz="1200" dirty="0">
                <a:solidFill>
                  <a:srgbClr val="FFFFFF"/>
                </a:solidFill>
              </a:rPr>
              <a:t>   中性粒細胞在腸癌的轉移過程中扮演了促進角色，這一發現強調了抑制中性粒細胞浸潤的治療策略的必要性。  </a:t>
            </a:r>
            <a:endParaRPr lang="en-US" sz="1200" dirty="0"/>
          </a:p>
          <a:p>
            <a:pPr indent="0" marL="0">
              <a:lnSpc>
                <a:spcPct val="150000"/>
              </a:lnSpc>
              <a:buNone/>
            </a:pPr>
            <a:r>
              <a:rPr lang="en-US" sz="1200" dirty="0">
                <a:solidFill>
                  <a:srgbClr val="FFFFFF"/>
                </a:solidFill>
              </a:rPr>
              <a:t>   Neutrophils play a pro-metastatic role in colorectal cancer, emphasizing the need for therapeutic strategies aimed at inhibiting neutrophil infiltration.</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**新型治療策略的潛力**  </a:t>
            </a:r>
            <a:endParaRPr lang="en-US" sz="1200" dirty="0"/>
          </a:p>
          <a:p>
            <a:pPr indent="0" marL="0">
              <a:lnSpc>
                <a:spcPct val="150000"/>
              </a:lnSpc>
              <a:buNone/>
            </a:pPr>
            <a:r>
              <a:rPr lang="en-US" sz="1200" dirty="0">
                <a:solidFill>
                  <a:srgbClr val="FFFFFF"/>
                </a:solidFill>
              </a:rPr>
              <a:t>   **Potential for novel therapeutic strategies:**  </a:t>
            </a:r>
            <a:endParaRPr lang="en-US" sz="1200" dirty="0"/>
          </a:p>
          <a:p>
            <a:pPr indent="0" marL="0">
              <a:lnSpc>
                <a:spcPct val="150000"/>
              </a:lnSpc>
              <a:buNone/>
            </a:pPr>
            <a:r>
              <a:rPr lang="en-US" sz="1200" dirty="0">
                <a:solidFill>
                  <a:srgbClr val="FFFFFF"/>
                </a:solidFill>
              </a:rPr>
              <a:t>   研究顯示，利用植物提取物和PARP抑制劑等新型療法在腸癌的治療中展現出希望，尤其是在特定的分子亞型中。  </a:t>
            </a:r>
            <a:endParaRPr lang="en-US" sz="1200" dirty="0"/>
          </a:p>
          <a:p>
            <a:pPr indent="0" marL="0">
              <a:lnSpc>
                <a:spcPct val="150000"/>
              </a:lnSpc>
              <a:buNone/>
            </a:pPr>
            <a:r>
              <a:rPr lang="en-US" sz="1200" dirty="0">
                <a:solidFill>
                  <a:srgbClr val="FFFFFF"/>
                </a:solidFill>
              </a:rPr>
              <a:t>   Studies indicate that novel therapies, such as plant extracts and PARP inhibitors, show promise in treating colorectal cancer, particularly in specific molecular subgroups.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**腸道微生物組的調控機制研究**  </a:t>
            </a:r>
            <a:endParaRPr lang="en-US" sz="1200" dirty="0"/>
          </a:p>
          <a:p>
            <a:pPr indent="0" marL="0">
              <a:lnSpc>
                <a:spcPct val="150000"/>
              </a:lnSpc>
              <a:buNone/>
            </a:pPr>
            <a:r>
              <a:rPr lang="en-US" sz="1200" dirty="0">
                <a:solidFill>
                  <a:srgbClr val="FFFFFF"/>
                </a:solidFill>
              </a:rPr>
              <a:t>   **Investigating regulatory mechanisms of the gut microbiome:**  </a:t>
            </a:r>
            <a:endParaRPr lang="en-US" sz="1200" dirty="0"/>
          </a:p>
          <a:p>
            <a:pPr indent="0" marL="0">
              <a:lnSpc>
                <a:spcPct val="150000"/>
              </a:lnSpc>
              <a:buNone/>
            </a:pPr>
            <a:r>
              <a:rPr lang="en-US" sz="1200" dirty="0">
                <a:solidFill>
                  <a:srgbClr val="FFFFFF"/>
                </a:solidFill>
              </a:rPr>
              <a:t>   需要深入研究腸道微生物組如何影響腸道炎症及癌症發展的分子機制，以開發靶向微生物的治療方法。  </a:t>
            </a:r>
            <a:endParaRPr lang="en-US" sz="1200" dirty="0"/>
          </a:p>
          <a:p>
            <a:pPr indent="0" marL="0">
              <a:lnSpc>
                <a:spcPct val="150000"/>
              </a:lnSpc>
              <a:buNone/>
            </a:pPr>
            <a:r>
              <a:rPr lang="en-US" sz="1200" dirty="0">
                <a:solidFill>
                  <a:srgbClr val="FFFFFF"/>
                </a:solidFill>
              </a:rPr>
              <a:t>   Further investigation is needed into the molecular mechanisms by which the gut microbiome influences intestinal inflammation and cancer development, to develop microbiome-targeted therapies.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**針對腫瘤微環境的免疫療法**  </a:t>
            </a:r>
            <a:endParaRPr lang="en-US" sz="1200" dirty="0"/>
          </a:p>
          <a:p>
            <a:pPr indent="0" marL="0">
              <a:lnSpc>
                <a:spcPct val="150000"/>
              </a:lnSpc>
              <a:buNone/>
            </a:pPr>
            <a:r>
              <a:rPr lang="en-US" sz="1200" dirty="0">
                <a:solidFill>
                  <a:srgbClr val="FFFFFF"/>
                </a:solidFill>
              </a:rPr>
              <a:t>   **Immunotherapy targeting the tumor microenvironment:**  </a:t>
            </a:r>
            <a:endParaRPr lang="en-US" sz="1200" dirty="0"/>
          </a:p>
          <a:p>
            <a:pPr indent="0" marL="0">
              <a:lnSpc>
                <a:spcPct val="150000"/>
              </a:lnSpc>
              <a:buNone/>
            </a:pPr>
            <a:r>
              <a:rPr lang="en-US" sz="1200" dirty="0">
                <a:solidFill>
                  <a:srgbClr val="FFFFFF"/>
                </a:solidFill>
              </a:rPr>
              <a:t>   探索針對特定腫瘤微環境的免疫療法，特別是針對中性粒細胞的抑制，以改善腸癌患者的治療效果。  </a:t>
            </a:r>
            <a:endParaRPr lang="en-US" sz="1200" dirty="0"/>
          </a:p>
          <a:p>
            <a:pPr indent="0" marL="0">
              <a:lnSpc>
                <a:spcPct val="150000"/>
              </a:lnSpc>
              <a:buNone/>
            </a:pPr>
            <a:r>
              <a:rPr lang="en-US" sz="1200" dirty="0">
                <a:solidFill>
                  <a:srgbClr val="FFFFFF"/>
                </a:solidFill>
              </a:rPr>
              <a:t>   Exploring immunotherapies targeting specific tumor microenvironments, especially neutrophil suppression, to improve treatment outcomes for colorectal cancer patients.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**系統性免疫-炎症指數的臨床應用**  </a:t>
            </a:r>
            <a:endParaRPr lang="en-US" sz="1200" dirty="0"/>
          </a:p>
          <a:p>
            <a:pPr indent="0" marL="0">
              <a:lnSpc>
                <a:spcPct val="150000"/>
              </a:lnSpc>
              <a:buNone/>
            </a:pPr>
            <a:r>
              <a:rPr lang="en-US" sz="1200" dirty="0">
                <a:solidFill>
                  <a:srgbClr val="FFFFFF"/>
                </a:solidFill>
              </a:rPr>
              <a:t>   **Clinical application of the systemic immune-inflammation index:**  </a:t>
            </a:r>
            <a:endParaRPr lang="en-US" sz="1200" dirty="0"/>
          </a:p>
          <a:p>
            <a:pPr indent="0" marL="0">
              <a:lnSpc>
                <a:spcPct val="150000"/>
              </a:lnSpc>
              <a:buNone/>
            </a:pPr>
            <a:r>
              <a:rPr lang="en-US" sz="1200" dirty="0">
                <a:solidFill>
                  <a:srgbClr val="FFFFFF"/>
                </a:solidFill>
              </a:rPr>
              <a:t>   進一步研究SII在不同腸癌亞型中的預測能力，以便在臨床上更有效地應用該指數。  </a:t>
            </a:r>
            <a:endParaRPr lang="en-US" sz="1200" dirty="0"/>
          </a:p>
          <a:p>
            <a:pPr indent="0" marL="0">
              <a:lnSpc>
                <a:spcPct val="150000"/>
              </a:lnSpc>
              <a:buNone/>
            </a:pPr>
            <a:r>
              <a:rPr lang="en-US" sz="1200" dirty="0">
                <a:solidFill>
                  <a:srgbClr val="FFFFFF"/>
                </a:solidFill>
              </a:rPr>
              <a:t>   Further research on the predictive capability of SII in different colorectal cancer subtypes for more effective clinical application of this index.</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**新型藥物的臨床試驗**  </a:t>
            </a:r>
            <a:endParaRPr lang="en-US" sz="1200" dirty="0"/>
          </a:p>
          <a:p>
            <a:pPr indent="0" marL="0">
              <a:lnSpc>
                <a:spcPct val="150000"/>
              </a:lnSpc>
              <a:buNone/>
            </a:pPr>
            <a:r>
              <a:rPr lang="en-US" sz="1200" dirty="0">
                <a:solidFill>
                  <a:srgbClr val="FFFFFF"/>
                </a:solidFill>
              </a:rPr>
              <a:t>   **Clinical trials for novel therapeutics:**  </a:t>
            </a:r>
            <a:endParaRPr lang="en-US" sz="1200" dirty="0"/>
          </a:p>
          <a:p>
            <a:pPr indent="0" marL="0">
              <a:lnSpc>
                <a:spcPct val="150000"/>
              </a:lnSpc>
              <a:buNone/>
            </a:pPr>
            <a:r>
              <a:rPr lang="en-US" sz="1200" dirty="0">
                <a:solidFill>
                  <a:srgbClr val="FFFFFF"/>
                </a:solidFill>
              </a:rPr>
              <a:t>   對新型植物提取物和PARP抑制劑進行臨床試驗，以評估其在腸癌治療中的有效性和安全性。  </a:t>
            </a:r>
            <a:endParaRPr lang="en-US" sz="1200" dirty="0"/>
          </a:p>
          <a:p>
            <a:pPr indent="0" marL="0">
              <a:lnSpc>
                <a:spcPct val="150000"/>
              </a:lnSpc>
              <a:buNone/>
            </a:pPr>
            <a:r>
              <a:rPr lang="en-US" sz="1200" dirty="0">
                <a:solidFill>
                  <a:srgbClr val="FFFFFF"/>
                </a:solidFill>
              </a:rPr>
              <a:t>   Conducting clinical trials for novel plant extracts and PARP inhibitors to evaluate their efficacy and safety in colorectal cancer treatment.</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**多學科合作研究**  </a:t>
            </a:r>
            <a:endParaRPr lang="en-US" sz="1200" dirty="0"/>
          </a:p>
          <a:p>
            <a:pPr indent="0" marL="0">
              <a:lnSpc>
                <a:spcPct val="150000"/>
              </a:lnSpc>
              <a:buNone/>
            </a:pPr>
            <a:r>
              <a:rPr lang="en-US" sz="1200" dirty="0">
                <a:solidFill>
                  <a:srgbClr val="FFFFFF"/>
                </a:solidFill>
              </a:rPr>
              <a:t>   **Multidisciplinary collaborative research:**  </a:t>
            </a:r>
            <a:endParaRPr lang="en-US" sz="1200" dirty="0"/>
          </a:p>
          <a:p>
            <a:pPr indent="0" marL="0">
              <a:lnSpc>
                <a:spcPct val="150000"/>
              </a:lnSpc>
              <a:buNone/>
            </a:pPr>
            <a:r>
              <a:rPr lang="en-US" sz="1200" dirty="0">
                <a:solidFill>
                  <a:srgbClr val="FFFFFF"/>
                </a:solidFill>
              </a:rPr>
              <a:t>   鼓勵腸道微生物學、腫瘤學和免疫學等領域的多學科合作，以促進腸癌研究的綜合性和深度。  </a:t>
            </a:r>
            <a:endParaRPr lang="en-US" sz="1200" dirty="0"/>
          </a:p>
          <a:p>
            <a:pPr indent="0" marL="0">
              <a:lnSpc>
                <a:spcPct val="150000"/>
              </a:lnSpc>
              <a:buNone/>
            </a:pPr>
            <a:r>
              <a:rPr lang="en-US" sz="1200" dirty="0">
                <a:solidFill>
                  <a:srgbClr val="FFFFFF"/>
                </a:solidFill>
              </a:rPr>
              <a:t>   Encouraging multidisciplinary collaboration across fields such as microbiology, oncology, and immunology to enhance the comprehensiveness and depth of colorectal cancer research.</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2026-04-19T10:18:21Z</dcterms:created>
  <dcterms:modified xsi:type="dcterms:W3CDTF">2026-04-19T10:18:21Z</dcterms:modified>
</cp:coreProperties>
</file>