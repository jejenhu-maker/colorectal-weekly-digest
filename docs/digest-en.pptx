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jamanetwork.com/journals/jama/article-abstract/2846538" TargetMode="External"/><Relationship Id="rId2" Type="http://schemas.openxmlformats.org/officeDocument/2006/relationships/hyperlink" Target="https://jamanetwork.com/journals/jama/article-abstract/284653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136/jitc-2026-014770" TargetMode="External"/><Relationship Id="rId2" Type="http://schemas.openxmlformats.org/officeDocument/2006/relationships/hyperlink" Target="https://doi.org/10.1136/jitc-2026-014770"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link.springer.com/article/10.1007/s00384-025-05045-y" TargetMode="External"/><Relationship Id="rId2" Type="http://schemas.openxmlformats.org/officeDocument/2006/relationships/hyperlink" Target="https://link.springer.com/article/10.1007/s00384-025-05045-y"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16/j.celrep.2026.117645" TargetMode="External"/><Relationship Id="rId2" Type="http://schemas.openxmlformats.org/officeDocument/2006/relationships/hyperlink" Target="https://doi.org/10.1016/j.celrep.2026.117645"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86/s13046-026-03779-3" TargetMode="External"/><Relationship Id="rId2" Type="http://schemas.openxmlformats.org/officeDocument/2006/relationships/hyperlink" Target="https://doi.org/10.1186/s13046-026-03779-3"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186/s12885-026-16469-2" TargetMode="External"/><Relationship Id="rId2" Type="http://schemas.openxmlformats.org/officeDocument/2006/relationships/hyperlink" Target="https://doi.org/10.1186/s12885-026-16469-2"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onlinelibrary.wiley.com/doi/abs/10.1002/cam4.71804" TargetMode="External"/><Relationship Id="rId2" Type="http://schemas.openxmlformats.org/officeDocument/2006/relationships/hyperlink" Target="https://onlinelibrary.wiley.com/doi/abs/10.1002/cam4.71804"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febs.onlinelibrary.wiley.com/doi/abs/10.1002/2211-5463.70171" TargetMode="External"/><Relationship Id="rId2" Type="http://schemas.openxmlformats.org/officeDocument/2006/relationships/hyperlink" Target="https://febs.onlinelibrary.wiley.com/doi/abs/10.1002/2211-5463.70171"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journals.plos.org/plosone/article?id=10.1371/journal.pone.0344478" TargetMode="External"/><Relationship Id="rId2" Type="http://schemas.openxmlformats.org/officeDocument/2006/relationships/hyperlink" Target="https://journals.plos.org/plosone/article?id=10.1371/journal.pone.0344478"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2026-07-06 — 2026-07-13</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ORCHESTRA hits a sour note for debulking in metastatic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Oncogenic PIK3CA mutation enhances tumor immunogenicity through the IRF1-NLRC5-M…</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rs2032582 polymorphism of ATP binding cassette subfamily B member 1 affect the 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Combining genotoxic gut bacterial strains increases tumor burden and accelerates…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Suppression of the myofibroblastic cancer-associated fibroblast phenotype to enh…</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Ethyl caffeate reprograms tumor-associated macrophages to enhance CD8+ T-cell im…</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Cancer and Mesothelial Stromal Cell Lines from Malignant Ascites Reveals a Mes…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KLK7 overexpression promotes an aggressive phenotype and facilitates peritoneal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Integrative network pharmacology and machine learning identify potential targets…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ORCHESTRA hits a sour note for debulking in metastatic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ORCHESTRA trial evaluates debulking surgery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metastatic colorectal cancer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Results show limited survival benefit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Concerns over surgical complications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alternative treatment strategies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Fakih.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Oncogenic PIK3CA mutation enhances tumor immunogenicity through the IRF1-NLRC5-MHC-I axis in urothelial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for immunotherapy of cancer  ·  IF 10.9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PIK3CA mutation enhances tumor immunogenicity.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Higher TMB correlates with ICI response.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IRF1-NLRC5-MHC-I axis is activated.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Functional studies confirm immune response.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 vivo models validate therapeutic implications.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Su Yu-Li, Huang Shih-Yu, Kuo Chung-Wen et al.. Journal for immunotherapy of cancer. 2026-07-08 DOI: 10.1136/jitc-2026-014770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 excrementihominis worsens colitis severity.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NETosis activation linked to inflammation.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suggests new therapeutic strategies.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rs2032582 polymorphism of ATP binding cassette subfamily B member 1 affect the susceptibility of inflammatory bowel disease: a systematical meta-analysis based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Journal of Colorectal Disease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rs2032582 polymorphism linked to IBD risk</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includes multiple studies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Significant association with Crohn's disease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Chen, H Zhang, G Tao. International Journal of Colorectal Disease.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Combining genotoxic gut bacterial strains increases tumor burden and accelerates onset in a germ-free mouse model of colon carcinogenesis.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Cell reports  ·  IF 8.8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Germ-free mice used for study.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19 human fecal microbiotas tested.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Genotoxicity predicts tumorigenic microbes.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Combining strains increases tumor burden.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Balance of strains affects tumor onset.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Plitt Tamar, Piessevaux Alix, Rajpal Urvija et al.. Cell reports. 2026-07-07 DOI: 10.1016/j.celrep.2026.117645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Suppression of the myofibroblastic cancer-associated fibroblast phenotype to enhance anti-PD-1 response.</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experimental &amp; clinical cancer research : CR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CAFs modulate tumor growth and immune response.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myCAFs inhibit CD8+ T cell infiltration.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Nilotinib reduces myCAF markers and tumor size.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enhances anti-PD-1 response.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Identified disease-specific markers for CRC CAFs.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Johnson Katherine A, Lippert Anna E L, Cornelio Alec et al.. Journal of experimental &amp; clinical cancer research : CR. 2026-07-10 DOI: 10.1186/s13046-026-03779-3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Ethyl caffeate reprograms tumor-associated macrophages to enhance CD8+ T-cell immunity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BMC cancer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Ethyl caffeate enhances CD8+ T-cell immunity.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Macrophage polarization towards M1-like phenotype.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Significant tumor growth suppression in CRC model.</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Bao Zhixian, Gao Jie, Cheng Xinhong et al.. BMC cancer. 2026-07-05 DOI: 10.1186/s12885-026-16469-2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Cancer and Mesothelial Stromal Cell Lines from Malignant Ascites Reveals a Mesothelial‐Stromal FGFR3 Axis as a Potential Vulnerability in Peritoneal Metastasis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Colorectal cancer poses therapeutic challenges.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Peritoneal dissemination leads to poor prognosis.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FGFR3 axis identified as potential vulnerability.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 Fukui, H Kasashima, Z Wang. Cancer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KLK7 overexpression promotes an aggressive phenotype and facilitates peritoneal dissemination in colorectal cancer cells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FEBS Open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KLK7 overexpression linked to aggressive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Promotes peritoneal dissemination in cancer cells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 vitro studies confirm aggressive phenotype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YZ Haffani, T Dreyer, M Naim. FEBS Open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Integrative network pharmacology and machine learning identify potential targets of indole-3-lactic acid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Plos one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Network pharmacology identifies ILA targets.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Machine learning enhances target prediction.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ILA shows antioxidant and anti-inflammatory effects.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 Li, J Zhang, J Ke. Plos one.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**腸道微生物與腫瘤發生的關聯性**  </a:t>
            </a:r>
            <a:endParaRPr lang="en-US" sz="1200" dirty="0"/>
          </a:p>
          <a:p>
            <a:pPr indent="0" marL="0">
              <a:lnSpc>
                <a:spcPct val="150000"/>
              </a:lnSpc>
              <a:buNone/>
            </a:pPr>
            <a:r>
              <a:rPr lang="en-US" sz="1200" dirty="0">
                <a:solidFill>
                  <a:srgbClr val="FFFFFF"/>
                </a:solidFill>
              </a:rPr>
              <a:t>   The studies emphasize the significant role of gut microbiota in tumorigenesis, particularly in colorectal cancer, suggesting that specific bacterial strains can exacerbate or mitigate cancer progression.  </a:t>
            </a:r>
            <a:endParaRPr lang="en-US" sz="1200" dirty="0"/>
          </a:p>
          <a:p>
            <a:pPr indent="0" marL="0">
              <a:lnSpc>
                <a:spcPct val="150000"/>
              </a:lnSpc>
              <a:buNone/>
            </a:pPr>
            <a:r>
              <a:rPr lang="en-US" sz="1200" dirty="0">
                <a:solidFill>
                  <a:srgbClr val="FFFFFF"/>
                </a:solidFill>
              </a:rPr>
              <a:t>   研究強調腸道微生物在腫瘤發生中的重要角色，特別是在結直腸癌中，某些細菌株可能加劇或減緩癌症進展。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**免疫微環境的調控**  </a:t>
            </a:r>
            <a:endParaRPr lang="en-US" sz="1200" dirty="0"/>
          </a:p>
          <a:p>
            <a:pPr indent="0" marL="0">
              <a:lnSpc>
                <a:spcPct val="150000"/>
              </a:lnSpc>
              <a:buNone/>
            </a:pPr>
            <a:r>
              <a:rPr lang="en-US" sz="1200" dirty="0">
                <a:solidFill>
                  <a:srgbClr val="FFFFFF"/>
                </a:solidFill>
              </a:rPr>
              <a:t>   The modulation of the tumor immune microenvironment, particularly through cancer-associated fibroblasts and macrophages, is crucial for enhancing the efficacy of immunotherapies in colorectal cancer.  </a:t>
            </a:r>
            <a:endParaRPr lang="en-US" sz="1200" dirty="0"/>
          </a:p>
          <a:p>
            <a:pPr indent="0" marL="0">
              <a:lnSpc>
                <a:spcPct val="150000"/>
              </a:lnSpc>
              <a:buNone/>
            </a:pPr>
            <a:r>
              <a:rPr lang="en-US" sz="1200" dirty="0">
                <a:solidFill>
                  <a:srgbClr val="FFFFFF"/>
                </a:solidFill>
              </a:rPr>
              <a:t>   腫瘤免疫微環境的調控，特別是通過癌症相關成纖維細胞和巨噬細胞，對於提高結直腸癌免疫療法的療效至關重要。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**基因變異作為預測生物標誌物**  </a:t>
            </a:r>
            <a:endParaRPr lang="en-US" sz="1200" dirty="0"/>
          </a:p>
          <a:p>
            <a:pPr indent="0" marL="0">
              <a:lnSpc>
                <a:spcPct val="150000"/>
              </a:lnSpc>
              <a:buNone/>
            </a:pPr>
            <a:r>
              <a:rPr lang="en-US" sz="1200" dirty="0">
                <a:solidFill>
                  <a:srgbClr val="FFFFFF"/>
                </a:solidFill>
              </a:rPr>
              <a:t>   Genetic alterations, such as PIK3CA mutations and polymorphisms in ATP binding cassette genes, may serve as predictive biomarkers for therapeutic responses in colorectal and other cancers.  </a:t>
            </a:r>
            <a:endParaRPr lang="en-US" sz="1200" dirty="0"/>
          </a:p>
          <a:p>
            <a:pPr indent="0" marL="0">
              <a:lnSpc>
                <a:spcPct val="150000"/>
              </a:lnSpc>
              <a:buNone/>
            </a:pPr>
            <a:r>
              <a:rPr lang="en-US" sz="1200" dirty="0">
                <a:solidFill>
                  <a:srgbClr val="FFFFFF"/>
                </a:solidFill>
              </a:rPr>
              <a:t>   基因變異，如PIK3CA突變和ATP結合盒基因的多態性，可能作為結直腸癌及其他癌症治療反應的預測生物標誌物。</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**新型治療策略的開發**  </a:t>
            </a:r>
            <a:endParaRPr lang="en-US" sz="1200" dirty="0"/>
          </a:p>
          <a:p>
            <a:pPr indent="0" marL="0">
              <a:lnSpc>
                <a:spcPct val="150000"/>
              </a:lnSpc>
              <a:buNone/>
            </a:pPr>
            <a:r>
              <a:rPr lang="en-US" sz="1200" dirty="0">
                <a:solidFill>
                  <a:srgbClr val="FFFFFF"/>
                </a:solidFill>
              </a:rPr>
              <a:t>   The identification of novel therapeutic targets, including metabolic pathways and immune modulation strategies, presents new opportunities for improving treatment outcomes in colorectal cancer.  </a:t>
            </a:r>
            <a:endParaRPr lang="en-US" sz="1200" dirty="0"/>
          </a:p>
          <a:p>
            <a:pPr indent="0" marL="0">
              <a:lnSpc>
                <a:spcPct val="150000"/>
              </a:lnSpc>
              <a:buNone/>
            </a:pPr>
            <a:r>
              <a:rPr lang="en-US" sz="1200" dirty="0">
                <a:solidFill>
                  <a:srgbClr val="FFFFFF"/>
                </a:solidFill>
              </a:rPr>
              <a:t>   新型治療靶點的識別，包括代謝途徑和免疫調控策略，為改善結直腸癌的治療結果提供了新的機會。</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**環境因素對癌症的影響**  </a:t>
            </a:r>
            <a:endParaRPr lang="en-US" sz="1200" dirty="0"/>
          </a:p>
          <a:p>
            <a:pPr indent="0" marL="0">
              <a:lnSpc>
                <a:spcPct val="150000"/>
              </a:lnSpc>
              <a:buNone/>
            </a:pPr>
            <a:r>
              <a:rPr lang="en-US" sz="1200" dirty="0">
                <a:solidFill>
                  <a:srgbClr val="FFFFFF"/>
                </a:solidFill>
              </a:rPr>
              <a:t>   Environmental factors, including dietary components and microbial metabolites, play a critical role in the pathogenesis of inflammatory bowel diseases and colorectal cancer.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環境因素，包括飲食成分和微生物代謝物，在炎症性腸病和結直腸癌的發病機制中扮演著關鍵角色。</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**腸道微生物的功能研究**  </a:t>
            </a:r>
            <a:endParaRPr lang="en-US" sz="1200" dirty="0"/>
          </a:p>
          <a:p>
            <a:pPr indent="0" marL="0">
              <a:lnSpc>
                <a:spcPct val="150000"/>
              </a:lnSpc>
              <a:buNone/>
            </a:pPr>
            <a:r>
              <a:rPr lang="en-US" sz="1200" dirty="0">
                <a:solidFill>
                  <a:srgbClr val="FFFFFF"/>
                </a:solidFill>
              </a:rPr>
              <a:t>   Future studies should focus on elucidating the specific mechanisms by which gut microbiota influence tumorigenesis and the immune response in colorectal cancer.  </a:t>
            </a:r>
            <a:endParaRPr lang="en-US" sz="1200" dirty="0"/>
          </a:p>
          <a:p>
            <a:pPr indent="0" marL="0">
              <a:lnSpc>
                <a:spcPct val="150000"/>
              </a:lnSpc>
              <a:buNone/>
            </a:pPr>
            <a:r>
              <a:rPr lang="en-US" sz="1200" dirty="0">
                <a:solidFill>
                  <a:srgbClr val="FFFFFF"/>
                </a:solidFill>
              </a:rPr>
              <a:t>   未來的研究應集中於闡明腸道微生物如何影響結直腸癌的腫瘤發生和免疫反應的具體機制。</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**個體化免疫療法的發展**  </a:t>
            </a:r>
            <a:endParaRPr lang="en-US" sz="1200" dirty="0"/>
          </a:p>
          <a:p>
            <a:pPr indent="0" marL="0">
              <a:lnSpc>
                <a:spcPct val="150000"/>
              </a:lnSpc>
              <a:buNone/>
            </a:pPr>
            <a:r>
              <a:rPr lang="en-US" sz="1200" dirty="0">
                <a:solidFill>
                  <a:srgbClr val="FFFFFF"/>
                </a:solidFill>
              </a:rPr>
              <a:t>   Research should explore the potential of personalized immunotherapy approaches based on individual genetic and microbiome profiles to improve treatment efficacy.  </a:t>
            </a:r>
            <a:endParaRPr lang="en-US" sz="1200" dirty="0"/>
          </a:p>
          <a:p>
            <a:pPr indent="0" marL="0">
              <a:lnSpc>
                <a:spcPct val="150000"/>
              </a:lnSpc>
              <a:buNone/>
            </a:pPr>
            <a:r>
              <a:rPr lang="en-US" sz="1200" dirty="0">
                <a:solidFill>
                  <a:srgbClr val="FFFFFF"/>
                </a:solidFill>
              </a:rPr>
              <a:t>   研究應探討基於個體基因和微生物組特徵的個性化免疫療法的潛力，以提高治療效果。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**新型生物標誌物的探索**  </a:t>
            </a:r>
            <a:endParaRPr lang="en-US" sz="1200" dirty="0"/>
          </a:p>
          <a:p>
            <a:pPr indent="0" marL="0">
              <a:lnSpc>
                <a:spcPct val="150000"/>
              </a:lnSpc>
              <a:buNone/>
            </a:pPr>
            <a:r>
              <a:rPr lang="en-US" sz="1200" dirty="0">
                <a:solidFill>
                  <a:srgbClr val="FFFFFF"/>
                </a:solidFill>
              </a:rPr>
              <a:t>   There is a need for the identification and validation of new biomarkers that can predict responses to immunotherapy and targeted therapies in colorectal cancer.  </a:t>
            </a:r>
            <a:endParaRPr lang="en-US" sz="1200" dirty="0"/>
          </a:p>
          <a:p>
            <a:pPr indent="0" marL="0">
              <a:lnSpc>
                <a:spcPct val="150000"/>
              </a:lnSpc>
              <a:buNone/>
            </a:pPr>
            <a:r>
              <a:rPr lang="en-US" sz="1200" dirty="0">
                <a:solidFill>
                  <a:srgbClr val="FFFFFF"/>
                </a:solidFill>
              </a:rPr>
              <a:t>   需要識別和驗證新的生物標誌物，以預測結直腸癌對免疫療法和靶向療法的反應。</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**環境與遺傳交互作用的研究**  </a:t>
            </a:r>
            <a:endParaRPr lang="en-US" sz="1200" dirty="0"/>
          </a:p>
          <a:p>
            <a:pPr indent="0" marL="0">
              <a:lnSpc>
                <a:spcPct val="150000"/>
              </a:lnSpc>
              <a:buNone/>
            </a:pPr>
            <a:r>
              <a:rPr lang="en-US" sz="1200" dirty="0">
                <a:solidFill>
                  <a:srgbClr val="FFFFFF"/>
                </a:solidFill>
              </a:rPr>
              <a:t>   Investigating the interplay between environmental factors and genetic predispositions in colorectal cancer can provide insights into prevention and treatment strategies.  </a:t>
            </a:r>
            <a:endParaRPr lang="en-US" sz="1200" dirty="0"/>
          </a:p>
          <a:p>
            <a:pPr indent="0" marL="0">
              <a:lnSpc>
                <a:spcPct val="150000"/>
              </a:lnSpc>
              <a:buNone/>
            </a:pPr>
            <a:r>
              <a:rPr lang="en-US" sz="1200" dirty="0">
                <a:solidFill>
                  <a:srgbClr val="FFFFFF"/>
                </a:solidFill>
              </a:rPr>
              <a:t>   研究環境因素與遺傳易感性在結直腸癌中的相互作用，可以為預防和治療策略提供見解。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**新療法的臨床試驗**  </a:t>
            </a:r>
            <a:endParaRPr lang="en-US" sz="1200" dirty="0"/>
          </a:p>
          <a:p>
            <a:pPr indent="0" marL="0">
              <a:lnSpc>
                <a:spcPct val="150000"/>
              </a:lnSpc>
              <a:buNone/>
            </a:pPr>
            <a:r>
              <a:rPr lang="en-US" sz="1200" dirty="0">
                <a:solidFill>
                  <a:srgbClr val="FFFFFF"/>
                </a:solidFill>
              </a:rPr>
              <a:t>   Clinical trials should be initiated to test the efficacy of novel therapeutic agents and combinations, particularly those targeting the tumor microenvironment and immune modulation.  </a:t>
            </a:r>
            <a:endParaRPr lang="en-US" sz="1200" dirty="0"/>
          </a:p>
          <a:p>
            <a:pPr indent="0" marL="0">
              <a:lnSpc>
                <a:spcPct val="150000"/>
              </a:lnSpc>
              <a:buNone/>
            </a:pPr>
            <a:r>
              <a:rPr lang="en-US" sz="1200" dirty="0">
                <a:solidFill>
                  <a:srgbClr val="FFFFFF"/>
                </a:solidFill>
              </a:rPr>
              <a:t>   應啟動臨床試驗，以測試新型治療劑和組合的療效，特別是針對腫瘤微環境和免疫調控的療法。</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2026-07-13T04:31:19Z</dcterms:created>
  <dcterms:modified xsi:type="dcterms:W3CDTF">2026-07-13T04:31:19Z</dcterms:modified>
</cp:coreProperties>
</file>