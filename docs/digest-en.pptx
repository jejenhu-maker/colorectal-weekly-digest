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2147/IJN.S619486" TargetMode="External"/><Relationship Id="rId2" Type="http://schemas.openxmlformats.org/officeDocument/2006/relationships/hyperlink" Target="https://doi.org/10.2147/IJN.S619486"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16/j.jep.2026.121742" TargetMode="External"/><Relationship Id="rId2" Type="http://schemas.openxmlformats.org/officeDocument/2006/relationships/hyperlink" Target="https://doi.org/10.1016/j.jep.2026.121742"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link.springer.com/article/10.1007/s12094-026-04225-8" TargetMode="External"/><Relationship Id="rId2" Type="http://schemas.openxmlformats.org/officeDocument/2006/relationships/hyperlink" Target="https://link.springer.com/article/10.1007/s12094-026-04225-8"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link.springer.com/content/pdf/10.1186/s12967-026-08692-z_reference.pdf" TargetMode="External"/><Relationship Id="rId2" Type="http://schemas.openxmlformats.org/officeDocument/2006/relationships/hyperlink" Target="https://link.springer.com/content/pdf/10.1186/s12967-026-08692-z_reference.pdf"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16/j.actbio.2026.08.012" TargetMode="External"/><Relationship Id="rId2" Type="http://schemas.openxmlformats.org/officeDocument/2006/relationships/hyperlink" Target="https://doi.org/10.1016/j.actbio.2026.08.01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mdpi.com/2072-6694/18/4/576" TargetMode="External"/><Relationship Id="rId2" Type="http://schemas.openxmlformats.org/officeDocument/2006/relationships/hyperlink" Target="https://www.mdpi.com/2072-6694/18/4/576"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113/EP093809" TargetMode="External"/><Relationship Id="rId2" Type="http://schemas.openxmlformats.org/officeDocument/2006/relationships/hyperlink" Target="https://doi.org/10.1113/EP093809"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link.springer.com/article/10.1245/s10434-025-17363-0" TargetMode="External"/><Relationship Id="rId2" Type="http://schemas.openxmlformats.org/officeDocument/2006/relationships/hyperlink" Target="https://link.springer.com/article/10.1245/s10434-025-17363-0"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link.springer.com/article/10.1007/s10555-026-10335-0" TargetMode="External"/><Relationship Id="rId2" Type="http://schemas.openxmlformats.org/officeDocument/2006/relationships/hyperlink" Target="https://link.springer.com/article/10.1007/s10555-026-10335-0"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2026-08-10 — 2026-08-17</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Enzyme/Reactive Oxygen Species-Dually Activated Hyaluronic Acid Nanocarriers Ena…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Dabupi decoction mitigates fluorouracil-induced intestinal mucositis via farneso…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Iron, inflammation, and intestinal tumors: the crucial triad in colorectal cance…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Neutrophil extracellular traps in colorectal cancer: context-dependent roles fro…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Hierarchical core-shell nanoplatform with sequential Mn2+/Co2+ release enables d…</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barrier–microbiota–inflammation axis in colorectal cancer: Mechanisms and em…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Circulating granulocyte colony-stimulating factor as a sex-unbiased global marke…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Consensus Guideline for the Management of Colorectal Cancer with Peritoneal Meta…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Evolving therapeutics in colorectal cancer peritoneal metastases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Enzyme/Reactive Oxygen Species-Dually Activated Hyaluronic Acid Nanocarriers Enable Celastrol Delivery for Site-Specific Therapy of Inflammatory Bowel Diseases and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nanomedicine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Dual-responsive HA nanocarriers developed for 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Targeted delivery of Celastrol for UC and CAC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Enhanced cellular uptake and macrophage polarization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Significant tumor burden reduction in colon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Combination therapy boosts T cell infiltration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Shi Jinfeng, Zhang Xueqian, Yang Linxing et al.. International journal of nanomedicine. 2026-08-15 DOI: 10.2147/IJN.S619486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Dabupi decoction mitigates fluorouracil-induced intestinal mucositis via farnesoid X receptor activation and dihydropyrimidine dehydrogenase upregulation.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5-FU causes intestinal mucositis during chemotherapy.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DBPD activates FXR and upregulates DPYD.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DBPD reduces inflammation and barrier dysfunction.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Transcriptome analysis reveals key metabolic pathways.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 vitro studies confirm DBPD's protective effects.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ShunZhi, Li Yaling, Ma Jing et al.. Journal of ethnopharmacology. 2026-07-16 DOI: 10.1016/j.jep.2026.121742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 a prognostic biomarker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Inconsistent findings across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conducted for clarity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clinical application of SII</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Iron, inflammation, and intestinal tumors: the crucial triad in colorectal cancer progression and therapy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and …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Iron intake linked to CRC risk increase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Inflammation plays a significant role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Heme iron consumption raises concerns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Abediasl, M Siavash, SS Esfahani. Clinical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Neutrophil extracellular traps in colorectal cancer: context-dependent roles from inflammatory carcinogenesis to liver metastasis and therapeutic targeting</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Translational Medicine  ·  IF 6.1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Neutrophil extracellular traps (NETs)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Role of inflammation in carcinogenesis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NETs contribute to liver metastasis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Therapeutic targeting of NETs explored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Context-dependent functions of NETs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 Xu, R Wang, J Tan. Journal of Translational Medicine.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Hierarchical core-shell nanoplatform with sequential Mn2+/Co2+ release enables dual-track STING amplification and radiosensitization for potent radio-metalloimmunotherapy.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Acta biomaterialia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Developed hierarchical core-shell nanoplatform</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Integrates radiosensitization with STING amplification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Sequential release of Mn2+ and Co2+ 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Transforms 'cold' tumors into 'hot' lesions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Establishes new radio-metalloimmunotherapy paradigm</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Luo Baiyi, Xiang Qingming, Xie Yingling et al.. Acta biomaterialia. 2026-08-13 DOI: 10.1016/j.actbio.2026.08.012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barrier–microbiota–inflammation axis in colorectal cancer: Mechanisms and emerging diagnostic &amp; therapeutic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LPS triggers pro-inflammatory cytokines secretion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Downregulates tight junction proteins in epithelium</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Promotes epithelial cell migration and invasion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Microbiota influences inflammation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Emerging strategies for diagnosis and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Dong, J Yang, L He. Cancers.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Circulating granulocyte colony-stimulating factor as a sex-unbiased global marker of lung and colorectal cancer cachexia pre-clinical models.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Experimental physiology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Cancer cachexia affects up to 80% of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G-CSF levels correlate with muscle mass loss.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Cytokine profiles analyzed in multiple models.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Interactive app developed for cytokine visualization.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G-CSF:IL-13 ratio as a potential biomarker.</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Morena Francielly, Schrems Eleanor R, Cabrera Ana Regina et al.. Experimental physiology. 2026-08-15 DOI: 10.1113/EP093809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Consensus Guideline for the Management of Colorectal Cancer with Peritoneal Metastases: PSM Writing Group et 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surgical …</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Peritoneum frequently affected by CRC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Management guidelines aim to standardize treatment.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Consensus reached among expert panel members.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KS Schultz, VV Bansal, MM Wach. Annals of surgical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Evolving therapeutics in colorectal cancer peritoneal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and Metastasis …</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Colorectal cancer peritoneal metastases are aggressive.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Cytoreductive surgery improves survival rates.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is effective.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JM Bader, N Aguirre, KS Schultz. Cancer and Metastasis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**雙重激活納米載體的潛力**  </a:t>
            </a:r>
            <a:endParaRPr lang="en-US" sz="1200" dirty="0"/>
          </a:p>
          <a:p>
            <a:pPr indent="0" marL="0">
              <a:lnSpc>
                <a:spcPct val="150000"/>
              </a:lnSpc>
              <a:buNone/>
            </a:pPr>
            <a:r>
              <a:rPr lang="en-US" sz="1200" dirty="0">
                <a:solidFill>
                  <a:srgbClr val="FFFFFF"/>
                </a:solidFill>
              </a:rPr>
              <a:t>   The development of enzyme/reactive oxygen species-dually activated hyaluronic acid nanocarriers showcases a promising approach for targeted therapy in inflammatory bowel diseases and colorectal cancer, addressing both inflammation and tumor progression.  </a:t>
            </a:r>
            <a:endParaRPr lang="en-US" sz="1200" dirty="0"/>
          </a:p>
          <a:p>
            <a:pPr indent="0" marL="0">
              <a:lnSpc>
                <a:spcPct val="150000"/>
              </a:lnSpc>
              <a:buNone/>
            </a:pPr>
            <a:r>
              <a:rPr lang="en-US" sz="1200" dirty="0">
                <a:solidFill>
                  <a:srgbClr val="FFFFFF"/>
                </a:solidFill>
              </a:rPr>
              <a:t>   雙重激活的透明質酸納米載體的開發展示了在炎症性腸病和結直腸癌的靶向治療中具有潛力的方法，針對炎症和腫瘤進展。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**系統免疫炎症指數的預後價值**  </a:t>
            </a:r>
            <a:endParaRPr lang="en-US" sz="1200" dirty="0"/>
          </a:p>
          <a:p>
            <a:pPr indent="0" marL="0">
              <a:lnSpc>
                <a:spcPct val="150000"/>
              </a:lnSpc>
              <a:buNone/>
            </a:pPr>
            <a:r>
              <a:rPr lang="en-US" sz="1200" dirty="0">
                <a:solidFill>
                  <a:srgbClr val="FFFFFF"/>
                </a:solidFill>
              </a:rPr>
              <a:t>   The systemic immune-inflammation index (SII) emerges as a significant prognostic biomarker for colorectal cancer, although its effectiveness is hindered by inconsistent findings across studies, indicating a need for standardized assessment methods.  </a:t>
            </a:r>
            <a:endParaRPr lang="en-US" sz="1200" dirty="0"/>
          </a:p>
          <a:p>
            <a:pPr indent="0" marL="0">
              <a:lnSpc>
                <a:spcPct val="150000"/>
              </a:lnSpc>
              <a:buNone/>
            </a:pPr>
            <a:r>
              <a:rPr lang="en-US" sz="1200" dirty="0">
                <a:solidFill>
                  <a:srgbClr val="FFFFFF"/>
                </a:solidFill>
              </a:rPr>
              <a:t>   系統免疫炎症指數（SII）作為結直腸癌的重要預後生物標記，儘管其有效性受到研究結果不一致的限制，顯示出需要標準化評估方法的必要性。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**腸道微生物與炎症的交互作用**  </a:t>
            </a:r>
            <a:endParaRPr lang="en-US" sz="1200" dirty="0"/>
          </a:p>
          <a:p>
            <a:pPr indent="0" marL="0">
              <a:lnSpc>
                <a:spcPct val="150000"/>
              </a:lnSpc>
              <a:buNone/>
            </a:pPr>
            <a:r>
              <a:rPr lang="en-US" sz="1200" dirty="0">
                <a:solidFill>
                  <a:srgbClr val="FFFFFF"/>
                </a:solidFill>
              </a:rPr>
              <a:t>   The barrier-microbiota-inflammation axis plays a crucial role in colorectal cancer progression, highlighting the importance of microbiome modulation as a therapeutic strategy.  </a:t>
            </a:r>
            <a:endParaRPr lang="en-US" sz="1200" dirty="0"/>
          </a:p>
          <a:p>
            <a:pPr indent="0" marL="0">
              <a:lnSpc>
                <a:spcPct val="150000"/>
              </a:lnSpc>
              <a:buNone/>
            </a:pPr>
            <a:r>
              <a:rPr lang="en-US" sz="1200" dirty="0">
                <a:solidFill>
                  <a:srgbClr val="FFFFFF"/>
                </a:solidFill>
              </a:rPr>
              <a:t>   障壁-微生物-炎症軸在結直腸癌進展中扮演重要角色，突顯了微生物群調節作為治療策略的重要性。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**癌症惡病質的全身標記**  </a:t>
            </a:r>
            <a:endParaRPr lang="en-US" sz="1200" dirty="0"/>
          </a:p>
          <a:p>
            <a:pPr indent="0" marL="0">
              <a:lnSpc>
                <a:spcPct val="150000"/>
              </a:lnSpc>
              <a:buNone/>
            </a:pPr>
            <a:r>
              <a:rPr lang="en-US" sz="1200" dirty="0">
                <a:solidFill>
                  <a:srgbClr val="FFFFFF"/>
                </a:solidFill>
              </a:rPr>
              <a:t>   Circulating granulocyte colony-stimulating factor is identified as a global marker for cancer cachexia, emphasizing the need for further exploration of its role in metabolic and inflammatory dysregulation in colorectal cancer.  </a:t>
            </a:r>
            <a:endParaRPr lang="en-US" sz="1200" dirty="0"/>
          </a:p>
          <a:p>
            <a:pPr indent="0" marL="0">
              <a:lnSpc>
                <a:spcPct val="150000"/>
              </a:lnSpc>
              <a:buNone/>
            </a:pPr>
            <a:r>
              <a:rPr lang="en-US" sz="1200" dirty="0">
                <a:solidFill>
                  <a:srgbClr val="FFFFFF"/>
                </a:solidFill>
              </a:rPr>
              <a:t>   循環顆粒單核細胞刺激因子被確定為癌症惡病質的全身標記，強調需要進一步探索其在結直腸癌中代謝和炎症失調的作用。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**腫瘤微環境的挑戰**  </a:t>
            </a:r>
            <a:endParaRPr lang="en-US" sz="1200" dirty="0"/>
          </a:p>
          <a:p>
            <a:pPr indent="0" marL="0">
              <a:lnSpc>
                <a:spcPct val="150000"/>
              </a:lnSpc>
              <a:buNone/>
            </a:pPr>
            <a:r>
              <a:rPr lang="en-US" sz="1200" dirty="0">
                <a:solidFill>
                  <a:srgbClr val="FFFFFF"/>
                </a:solidFill>
              </a:rPr>
              <a:t>   The immunosuppressive tumor microenvironment presents significant barriers to effective cancer immunotherapy, necessitating innovative strategies to enhance immune response and therapeutic efficacy.</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免疫抑制的腫瘤微環境對有效的癌症免疫治療構成重大障礙，需要創新的策略來增強免疫反應和治療效果。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**納米載體的臨床應用**  </a:t>
            </a:r>
            <a:endParaRPr lang="en-US" sz="1200" dirty="0"/>
          </a:p>
          <a:p>
            <a:pPr indent="0" marL="0">
              <a:lnSpc>
                <a:spcPct val="150000"/>
              </a:lnSpc>
              <a:buNone/>
            </a:pPr>
            <a:r>
              <a:rPr lang="en-US" sz="1200" dirty="0">
                <a:solidFill>
                  <a:srgbClr val="FFFFFF"/>
                </a:solidFill>
              </a:rPr>
              <a:t>   Future studies should focus on the clinical translation of dual-activated nanocarriers for targeted delivery of therapeutics in colorectal cancer and inflammatory bowel diseases.  </a:t>
            </a:r>
            <a:endParaRPr lang="en-US" sz="1200" dirty="0"/>
          </a:p>
          <a:p>
            <a:pPr indent="0" marL="0">
              <a:lnSpc>
                <a:spcPct val="150000"/>
              </a:lnSpc>
              <a:buNone/>
            </a:pPr>
            <a:r>
              <a:rPr lang="en-US" sz="1200" dirty="0">
                <a:solidFill>
                  <a:srgbClr val="FFFFFF"/>
                </a:solidFill>
              </a:rPr>
              <a:t>   未來的研究應專注於雙重激活納米載體在結直腸癌和炎症性腸病中靶向治療藥物的臨床應用。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**標準化的SII評估**  </a:t>
            </a:r>
            <a:endParaRPr lang="en-US" sz="1200" dirty="0"/>
          </a:p>
          <a:p>
            <a:pPr indent="0" marL="0">
              <a:lnSpc>
                <a:spcPct val="150000"/>
              </a:lnSpc>
              <a:buNone/>
            </a:pPr>
            <a:r>
              <a:rPr lang="en-US" sz="1200" dirty="0">
                <a:solidFill>
                  <a:srgbClr val="FFFFFF"/>
                </a:solidFill>
              </a:rPr>
              <a:t>   Research should aim to standardize the measurement and application of the systemic immune-inflammation index across diverse patient populations to improve its prognostic utility.  </a:t>
            </a:r>
            <a:endParaRPr lang="en-US" sz="1200" dirty="0"/>
          </a:p>
          <a:p>
            <a:pPr indent="0" marL="0">
              <a:lnSpc>
                <a:spcPct val="150000"/>
              </a:lnSpc>
              <a:buNone/>
            </a:pPr>
            <a:r>
              <a:rPr lang="en-US" sz="1200" dirty="0">
                <a:solidFill>
                  <a:srgbClr val="FFFFFF"/>
                </a:solidFill>
              </a:rPr>
              <a:t>   研究應致力於標準化系統免疫炎症指數在不同患者群體中的測量和應用，以提高其預後效用。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**微生物群調節的療效探索**  </a:t>
            </a:r>
            <a:endParaRPr lang="en-US" sz="1200" dirty="0"/>
          </a:p>
          <a:p>
            <a:pPr indent="0" marL="0">
              <a:lnSpc>
                <a:spcPct val="150000"/>
              </a:lnSpc>
              <a:buNone/>
            </a:pPr>
            <a:r>
              <a:rPr lang="en-US" sz="1200" dirty="0">
                <a:solidFill>
                  <a:srgbClr val="FFFFFF"/>
                </a:solidFill>
              </a:rPr>
              <a:t>   Investigating the therapeutic potential of microbiome modulation in colorectal cancer could lead to novel treatment strategies that enhance patient outcomes.  </a:t>
            </a:r>
            <a:endParaRPr lang="en-US" sz="1200" dirty="0"/>
          </a:p>
          <a:p>
            <a:pPr indent="0" marL="0">
              <a:lnSpc>
                <a:spcPct val="150000"/>
              </a:lnSpc>
              <a:buNone/>
            </a:pPr>
            <a:r>
              <a:rPr lang="en-US" sz="1200" dirty="0">
                <a:solidFill>
                  <a:srgbClr val="FFFFFF"/>
                </a:solidFill>
              </a:rPr>
              <a:t>   探索微生物群調節在結直腸癌中的治療潛力可能會導致增強患者預後的新治療策略。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**癌症惡病質的機制研究**  </a:t>
            </a:r>
            <a:endParaRPr lang="en-US" sz="1200" dirty="0"/>
          </a:p>
          <a:p>
            <a:pPr indent="0" marL="0">
              <a:lnSpc>
                <a:spcPct val="150000"/>
              </a:lnSpc>
              <a:buNone/>
            </a:pPr>
            <a:r>
              <a:rPr lang="en-US" sz="1200" dirty="0">
                <a:solidFill>
                  <a:srgbClr val="FFFFFF"/>
                </a:solidFill>
              </a:rPr>
              <a:t>   Further investigation into the mechanisms underlying cancer cachexia, particularly the role of circulating factors, is essential for developing targeted interventions.  </a:t>
            </a:r>
            <a:endParaRPr lang="en-US" sz="1200" dirty="0"/>
          </a:p>
          <a:p>
            <a:pPr indent="0" marL="0">
              <a:lnSpc>
                <a:spcPct val="150000"/>
              </a:lnSpc>
              <a:buNone/>
            </a:pPr>
            <a:r>
              <a:rPr lang="en-US" sz="1200" dirty="0">
                <a:solidFill>
                  <a:srgbClr val="FFFFFF"/>
                </a:solidFill>
              </a:rPr>
              <a:t>   進一步研究癌症惡病質的機制，特別是循環因子的作用，對於開發靶向干預措施至關重要。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**克服腫瘤微環境的策略**  </a:t>
            </a:r>
            <a:endParaRPr lang="en-US" sz="1200" dirty="0"/>
          </a:p>
          <a:p>
            <a:pPr indent="0" marL="0">
              <a:lnSpc>
                <a:spcPct val="150000"/>
              </a:lnSpc>
              <a:buNone/>
            </a:pPr>
            <a:r>
              <a:rPr lang="en-US" sz="1200" dirty="0">
                <a:solidFill>
                  <a:srgbClr val="FFFFFF"/>
                </a:solidFill>
              </a:rPr>
              <a:t>   Innovative approaches to overcome the immunosuppressive tumor microenvironment, such as combination therapies and novel immunomodulators, should be prioritized in future research.  </a:t>
            </a:r>
            <a:endParaRPr lang="en-US" sz="1200" dirty="0"/>
          </a:p>
          <a:p>
            <a:pPr indent="0" marL="0">
              <a:lnSpc>
                <a:spcPct val="150000"/>
              </a:lnSpc>
              <a:buNone/>
            </a:pPr>
            <a:r>
              <a:rPr lang="en-US" sz="1200" dirty="0">
                <a:solidFill>
                  <a:srgbClr val="FFFFFF"/>
                </a:solidFill>
              </a:rPr>
              <a:t>   未來研究應優先考慮克服免疫抑制腫瘤微環境的創新方法，如聯合療法和新型免疫調節劑。</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2026-08-17T02:20:10Z</dcterms:created>
  <dcterms:modified xsi:type="dcterms:W3CDTF">2026-08-17T02:20:10Z</dcterms:modified>
</cp:coreProperties>
</file>